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media/image5.jpg" ContentType="image/jpeg"/>
  <Override PartName="/ppt/media/image8.jpg" ContentType="image/jpeg"/>
  <Override PartName="/ppt/media/image9.jpg" ContentType="image/jpeg"/>
  <Override PartName="/ppt/media/image10.jpg" ContentType="image/jpeg"/>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6" r:id="rId4"/>
    <p:sldId id="267" r:id="rId5"/>
    <p:sldId id="258" r:id="rId6"/>
    <p:sldId id="259" r:id="rId7"/>
    <p:sldId id="260" r:id="rId8"/>
    <p:sldId id="261" r:id="rId9"/>
    <p:sldId id="268" r:id="rId10"/>
    <p:sldId id="262" r:id="rId11"/>
    <p:sldId id="263" r:id="rId12"/>
    <p:sldId id="264" r:id="rId13"/>
    <p:sldId id="265" r:id="rId14"/>
  </p:sldIdLst>
  <p:sldSz cx="11430000" cy="6445250"/>
  <p:notesSz cx="11430000" cy="64452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66" d="100"/>
          <a:sy n="66" d="100"/>
        </p:scale>
        <p:origin x="1454" y="40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857250" y="1998027"/>
            <a:ext cx="9715500" cy="1353502"/>
          </a:xfrm>
          <a:prstGeom prst="rect">
            <a:avLst/>
          </a:prstGeom>
        </p:spPr>
        <p:txBody>
          <a:bodyPr wrap="square" lIns="0" tIns="0" rIns="0" bIns="0">
            <a:spAutoFit/>
          </a:bodyPr>
          <a:lstStyle>
            <a:lvl1pPr>
              <a:defRPr sz="3350" b="1" i="0">
                <a:solidFill>
                  <a:srgbClr val="1F1E1E"/>
                </a:solidFill>
                <a:latin typeface="Tahoma"/>
                <a:cs typeface="Tahoma"/>
              </a:defRPr>
            </a:lvl1pPr>
          </a:lstStyle>
          <a:p>
            <a:endParaRPr/>
          </a:p>
        </p:txBody>
      </p:sp>
      <p:sp>
        <p:nvSpPr>
          <p:cNvPr id="3" name="Holder 3"/>
          <p:cNvSpPr>
            <a:spLocks noGrp="1"/>
          </p:cNvSpPr>
          <p:nvPr>
            <p:ph type="subTitle" idx="4"/>
          </p:nvPr>
        </p:nvSpPr>
        <p:spPr>
          <a:xfrm>
            <a:off x="1714500" y="3609340"/>
            <a:ext cx="8001000" cy="1611312"/>
          </a:xfrm>
          <a:prstGeom prst="rect">
            <a:avLst/>
          </a:prstGeom>
        </p:spPr>
        <p:txBody>
          <a:bodyPr wrap="square" lIns="0" tIns="0" rIns="0" bIns="0">
            <a:spAutoFit/>
          </a:bodyPr>
          <a:lstStyle>
            <a:lvl1pPr>
              <a:defRPr sz="1650" b="1" i="0">
                <a:solidFill>
                  <a:srgbClr val="1F1E1E"/>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F1E1E"/>
                </a:solidFill>
                <a:latin typeface="Tahoma"/>
                <a:cs typeface="Tahoma"/>
              </a:defRPr>
            </a:lvl1pPr>
          </a:lstStyle>
          <a:p>
            <a:endParaRPr/>
          </a:p>
        </p:txBody>
      </p:sp>
      <p:sp>
        <p:nvSpPr>
          <p:cNvPr id="3" name="Holder 3"/>
          <p:cNvSpPr>
            <a:spLocks noGrp="1"/>
          </p:cNvSpPr>
          <p:nvPr>
            <p:ph type="body" idx="1"/>
          </p:nvPr>
        </p:nvSpPr>
        <p:spPr/>
        <p:txBody>
          <a:bodyPr lIns="0" tIns="0" rIns="0" bIns="0"/>
          <a:lstStyle>
            <a:lvl1pPr>
              <a:defRPr sz="1650" b="1" i="0">
                <a:solidFill>
                  <a:srgbClr val="1F1E1E"/>
                </a:solidFill>
                <a:latin typeface="Tahoma"/>
                <a:cs typeface="Tahoma"/>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350" b="1" i="0">
                <a:solidFill>
                  <a:srgbClr val="1F1E1E"/>
                </a:solidFill>
                <a:latin typeface="Tahoma"/>
                <a:cs typeface="Tahoma"/>
              </a:defRPr>
            </a:lvl1pPr>
          </a:lstStyle>
          <a:p>
            <a:endParaRPr/>
          </a:p>
        </p:txBody>
      </p:sp>
      <p:sp>
        <p:nvSpPr>
          <p:cNvPr id="3" name="Holder 3"/>
          <p:cNvSpPr>
            <a:spLocks noGrp="1"/>
          </p:cNvSpPr>
          <p:nvPr>
            <p:ph sz="half" idx="2"/>
          </p:nvPr>
        </p:nvSpPr>
        <p:spPr>
          <a:xfrm>
            <a:off x="571500" y="1482407"/>
            <a:ext cx="4972050" cy="425386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886450" y="1482407"/>
            <a:ext cx="4972050" cy="425386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1430000" cy="6438900"/>
          </a:xfrm>
          <a:custGeom>
            <a:avLst/>
            <a:gdLst/>
            <a:ahLst/>
            <a:cxnLst/>
            <a:rect l="l" t="t" r="r" b="b"/>
            <a:pathLst>
              <a:path w="11430000" h="6438900">
                <a:moveTo>
                  <a:pt x="11430000" y="0"/>
                </a:moveTo>
                <a:lnTo>
                  <a:pt x="0" y="0"/>
                </a:lnTo>
                <a:lnTo>
                  <a:pt x="0" y="6438900"/>
                </a:lnTo>
                <a:lnTo>
                  <a:pt x="11430000" y="6438900"/>
                </a:lnTo>
                <a:lnTo>
                  <a:pt x="11430000" y="0"/>
                </a:lnTo>
                <a:close/>
              </a:path>
            </a:pathLst>
          </a:custGeom>
          <a:solidFill>
            <a:srgbClr val="FFFAFA"/>
          </a:solidFill>
        </p:spPr>
        <p:txBody>
          <a:bodyPr wrap="square" lIns="0" tIns="0" rIns="0" bIns="0" rtlCol="0"/>
          <a:lstStyle/>
          <a:p>
            <a:endParaRPr/>
          </a:p>
        </p:txBody>
      </p:sp>
      <p:pic>
        <p:nvPicPr>
          <p:cNvPr id="17" name="bg object 17"/>
          <p:cNvPicPr/>
          <p:nvPr/>
        </p:nvPicPr>
        <p:blipFill>
          <a:blip r:embed="rId2" cstate="print"/>
          <a:stretch>
            <a:fillRect/>
          </a:stretch>
        </p:blipFill>
        <p:spPr>
          <a:xfrm>
            <a:off x="7143750" y="253"/>
            <a:ext cx="4286250" cy="6438645"/>
          </a:xfrm>
          <a:prstGeom prst="rect">
            <a:avLst/>
          </a:prstGeom>
        </p:spPr>
      </p:pic>
      <p:pic>
        <p:nvPicPr>
          <p:cNvPr id="18" name="bg object 18"/>
          <p:cNvPicPr/>
          <p:nvPr/>
        </p:nvPicPr>
        <p:blipFill>
          <a:blip r:embed="rId3" cstate="print"/>
          <a:stretch>
            <a:fillRect/>
          </a:stretch>
        </p:blipFill>
        <p:spPr>
          <a:xfrm>
            <a:off x="9580244" y="5926073"/>
            <a:ext cx="1754504" cy="419100"/>
          </a:xfrm>
          <a:prstGeom prst="rect">
            <a:avLst/>
          </a:prstGeom>
        </p:spPr>
      </p:pic>
      <p:sp>
        <p:nvSpPr>
          <p:cNvPr id="2" name="Holder 2"/>
          <p:cNvSpPr>
            <a:spLocks noGrp="1"/>
          </p:cNvSpPr>
          <p:nvPr>
            <p:ph type="title"/>
          </p:nvPr>
        </p:nvSpPr>
        <p:spPr/>
        <p:txBody>
          <a:bodyPr lIns="0" tIns="0" rIns="0" bIns="0"/>
          <a:lstStyle>
            <a:lvl1pPr>
              <a:defRPr sz="3350" b="1" i="0">
                <a:solidFill>
                  <a:srgbClr val="1F1E1E"/>
                </a:solidFill>
                <a:latin typeface="Tahoma"/>
                <a:cs typeface="Tahoma"/>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1430000" cy="6438900"/>
          </a:xfrm>
          <a:custGeom>
            <a:avLst/>
            <a:gdLst/>
            <a:ahLst/>
            <a:cxnLst/>
            <a:rect l="l" t="t" r="r" b="b"/>
            <a:pathLst>
              <a:path w="11430000" h="6438900">
                <a:moveTo>
                  <a:pt x="11430000" y="0"/>
                </a:moveTo>
                <a:lnTo>
                  <a:pt x="0" y="0"/>
                </a:lnTo>
                <a:lnTo>
                  <a:pt x="0" y="6438900"/>
                </a:lnTo>
                <a:lnTo>
                  <a:pt x="11430000" y="6438900"/>
                </a:lnTo>
                <a:lnTo>
                  <a:pt x="11430000" y="0"/>
                </a:lnTo>
                <a:close/>
              </a:path>
            </a:pathLst>
          </a:custGeom>
          <a:solidFill>
            <a:srgbClr val="FFFAFA"/>
          </a:solidFill>
        </p:spPr>
        <p:txBody>
          <a:bodyPr wrap="square" lIns="0" tIns="0" rIns="0" bIns="0" rtlCol="0"/>
          <a:lstStyle/>
          <a:p>
            <a:endParaRPr/>
          </a:p>
        </p:txBody>
      </p:sp>
      <p:sp>
        <p:nvSpPr>
          <p:cNvPr id="2" name="Holder 2"/>
          <p:cNvSpPr>
            <a:spLocks noGrp="1"/>
          </p:cNvSpPr>
          <p:nvPr>
            <p:ph type="title"/>
          </p:nvPr>
        </p:nvSpPr>
        <p:spPr>
          <a:xfrm>
            <a:off x="557311" y="1016000"/>
            <a:ext cx="9440957" cy="1101725"/>
          </a:xfrm>
          <a:prstGeom prst="rect">
            <a:avLst/>
          </a:prstGeom>
        </p:spPr>
        <p:txBody>
          <a:bodyPr wrap="square" lIns="0" tIns="0" rIns="0" bIns="0">
            <a:spAutoFit/>
          </a:bodyPr>
          <a:lstStyle>
            <a:lvl1pPr>
              <a:defRPr sz="3350" b="1" i="0">
                <a:solidFill>
                  <a:srgbClr val="1F1E1E"/>
                </a:solidFill>
                <a:latin typeface="Tahoma"/>
                <a:cs typeface="Tahoma"/>
              </a:defRPr>
            </a:lvl1pPr>
          </a:lstStyle>
          <a:p>
            <a:endParaRPr/>
          </a:p>
        </p:txBody>
      </p:sp>
      <p:sp>
        <p:nvSpPr>
          <p:cNvPr id="3" name="Holder 3"/>
          <p:cNvSpPr>
            <a:spLocks noGrp="1"/>
          </p:cNvSpPr>
          <p:nvPr>
            <p:ph type="body" idx="1"/>
          </p:nvPr>
        </p:nvSpPr>
        <p:spPr>
          <a:xfrm>
            <a:off x="5910516" y="2182812"/>
            <a:ext cx="4577080" cy="1977389"/>
          </a:xfrm>
          <a:prstGeom prst="rect">
            <a:avLst/>
          </a:prstGeom>
        </p:spPr>
        <p:txBody>
          <a:bodyPr wrap="square" lIns="0" tIns="0" rIns="0" bIns="0">
            <a:spAutoFit/>
          </a:bodyPr>
          <a:lstStyle>
            <a:lvl1pPr>
              <a:defRPr sz="1650" b="1" i="0">
                <a:solidFill>
                  <a:srgbClr val="1F1E1E"/>
                </a:solidFill>
                <a:latin typeface="Tahoma"/>
                <a:cs typeface="Tahoma"/>
              </a:defRPr>
            </a:lvl1pPr>
          </a:lstStyle>
          <a:p>
            <a:endParaRPr/>
          </a:p>
        </p:txBody>
      </p:sp>
      <p:sp>
        <p:nvSpPr>
          <p:cNvPr id="4" name="Holder 4"/>
          <p:cNvSpPr>
            <a:spLocks noGrp="1"/>
          </p:cNvSpPr>
          <p:nvPr>
            <p:ph type="ftr" sz="quarter" idx="5"/>
          </p:nvPr>
        </p:nvSpPr>
        <p:spPr>
          <a:xfrm>
            <a:off x="3886200" y="5994082"/>
            <a:ext cx="3657600" cy="32226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571500" y="5994082"/>
            <a:ext cx="2628900" cy="32226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9/12/2025</a:t>
            </a:fld>
            <a:endParaRPr lang="en-US"/>
          </a:p>
        </p:txBody>
      </p:sp>
      <p:sp>
        <p:nvSpPr>
          <p:cNvPr id="6" name="Holder 6"/>
          <p:cNvSpPr>
            <a:spLocks noGrp="1"/>
          </p:cNvSpPr>
          <p:nvPr>
            <p:ph type="sldNum" sz="quarter" idx="7"/>
          </p:nvPr>
        </p:nvSpPr>
        <p:spPr>
          <a:xfrm>
            <a:off x="8229600" y="5994082"/>
            <a:ext cx="2628900" cy="322262"/>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jpg"/><Relationship Id="rId2" Type="http://schemas.openxmlformats.org/officeDocument/2006/relationships/image" Target="../media/image5.jpg"/><Relationship Id="rId1" Type="http://schemas.openxmlformats.org/officeDocument/2006/relationships/slideLayout" Target="../slideLayouts/slideLayout2.xml"/><Relationship Id="rId6" Type="http://schemas.openxmlformats.org/officeDocument/2006/relationships/image" Target="../media/image9.jpg"/><Relationship Id="rId5" Type="http://schemas.openxmlformats.org/officeDocument/2006/relationships/image" Target="../media/image8.jp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6456" y="2378075"/>
            <a:ext cx="3966845" cy="1056700"/>
          </a:xfrm>
          <a:prstGeom prst="rect">
            <a:avLst/>
          </a:prstGeom>
        </p:spPr>
        <p:txBody>
          <a:bodyPr vert="horz" wrap="square" lIns="0" tIns="12065" rIns="0" bIns="0" rtlCol="0">
            <a:spAutoFit/>
          </a:bodyPr>
          <a:lstStyle/>
          <a:p>
            <a:pPr marL="12700" marR="5080" indent="635">
              <a:lnSpc>
                <a:spcPct val="106300"/>
              </a:lnSpc>
              <a:spcBef>
                <a:spcPts val="95"/>
              </a:spcBef>
            </a:pPr>
            <a:r>
              <a:rPr spc="-35" dirty="0"/>
              <a:t>Nyaya.ai</a:t>
            </a:r>
            <a:r>
              <a:rPr spc="-90" dirty="0"/>
              <a:t> </a:t>
            </a:r>
            <a:r>
              <a:rPr dirty="0"/>
              <a:t>Legal</a:t>
            </a:r>
            <a:r>
              <a:rPr spc="-85" dirty="0"/>
              <a:t> </a:t>
            </a:r>
            <a:r>
              <a:rPr spc="-125" dirty="0"/>
              <a:t>AI </a:t>
            </a:r>
            <a:r>
              <a:rPr spc="-10" dirty="0"/>
              <a:t>Assistant</a:t>
            </a:r>
          </a:p>
        </p:txBody>
      </p:sp>
      <p:sp>
        <p:nvSpPr>
          <p:cNvPr id="3" name="object 3"/>
          <p:cNvSpPr txBox="1"/>
          <p:nvPr/>
        </p:nvSpPr>
        <p:spPr>
          <a:xfrm>
            <a:off x="1455940" y="3748722"/>
            <a:ext cx="4231640" cy="220979"/>
          </a:xfrm>
          <a:prstGeom prst="rect">
            <a:avLst/>
          </a:prstGeom>
        </p:spPr>
        <p:txBody>
          <a:bodyPr vert="horz" wrap="square" lIns="0" tIns="16510" rIns="0" bIns="0" rtlCol="0">
            <a:spAutoFit/>
          </a:bodyPr>
          <a:lstStyle/>
          <a:p>
            <a:pPr marL="12700">
              <a:lnSpc>
                <a:spcPct val="100000"/>
              </a:lnSpc>
              <a:spcBef>
                <a:spcPts val="130"/>
              </a:spcBef>
            </a:pPr>
            <a:r>
              <a:rPr sz="1250" spc="10" dirty="0">
                <a:solidFill>
                  <a:srgbClr val="3B3434"/>
                </a:solidFill>
                <a:latin typeface="Verdana"/>
                <a:cs typeface="Verdana"/>
              </a:rPr>
              <a:t>Making</a:t>
            </a:r>
            <a:r>
              <a:rPr sz="1250" spc="-45" dirty="0">
                <a:solidFill>
                  <a:srgbClr val="3B3434"/>
                </a:solidFill>
                <a:latin typeface="Verdana"/>
                <a:cs typeface="Verdana"/>
              </a:rPr>
              <a:t> </a:t>
            </a:r>
            <a:r>
              <a:rPr sz="1250" spc="10" dirty="0">
                <a:solidFill>
                  <a:srgbClr val="3B3434"/>
                </a:solidFill>
                <a:latin typeface="Verdana"/>
                <a:cs typeface="Verdana"/>
              </a:rPr>
              <a:t>legal</a:t>
            </a:r>
            <a:r>
              <a:rPr sz="1250" spc="-40" dirty="0">
                <a:solidFill>
                  <a:srgbClr val="3B3434"/>
                </a:solidFill>
                <a:latin typeface="Verdana"/>
                <a:cs typeface="Verdana"/>
              </a:rPr>
              <a:t> </a:t>
            </a:r>
            <a:r>
              <a:rPr sz="1250" spc="10" dirty="0">
                <a:solidFill>
                  <a:srgbClr val="3B3434"/>
                </a:solidFill>
                <a:latin typeface="Verdana"/>
                <a:cs typeface="Verdana"/>
              </a:rPr>
              <a:t>help</a:t>
            </a:r>
            <a:r>
              <a:rPr sz="1250" spc="-45" dirty="0">
                <a:solidFill>
                  <a:srgbClr val="3B3434"/>
                </a:solidFill>
                <a:latin typeface="Verdana"/>
                <a:cs typeface="Verdana"/>
              </a:rPr>
              <a:t> </a:t>
            </a:r>
            <a:r>
              <a:rPr sz="1250" dirty="0">
                <a:solidFill>
                  <a:srgbClr val="3B3434"/>
                </a:solidFill>
                <a:latin typeface="Verdana"/>
                <a:cs typeface="Verdana"/>
              </a:rPr>
              <a:t>simple,</a:t>
            </a:r>
            <a:r>
              <a:rPr sz="1250" spc="-40" dirty="0">
                <a:solidFill>
                  <a:srgbClr val="3B3434"/>
                </a:solidFill>
                <a:latin typeface="Verdana"/>
                <a:cs typeface="Verdana"/>
              </a:rPr>
              <a:t> </a:t>
            </a:r>
            <a:r>
              <a:rPr sz="1250" spc="10" dirty="0">
                <a:solidFill>
                  <a:srgbClr val="3B3434"/>
                </a:solidFill>
                <a:latin typeface="Verdana"/>
                <a:cs typeface="Verdana"/>
              </a:rPr>
              <a:t>accessible,</a:t>
            </a:r>
            <a:r>
              <a:rPr sz="1250" spc="-45" dirty="0">
                <a:solidFill>
                  <a:srgbClr val="3B3434"/>
                </a:solidFill>
                <a:latin typeface="Verdana"/>
                <a:cs typeface="Verdana"/>
              </a:rPr>
              <a:t> </a:t>
            </a:r>
            <a:r>
              <a:rPr sz="1250" spc="10" dirty="0">
                <a:solidFill>
                  <a:srgbClr val="3B3434"/>
                </a:solidFill>
                <a:latin typeface="Verdana"/>
                <a:cs typeface="Verdana"/>
              </a:rPr>
              <a:t>and</a:t>
            </a:r>
            <a:r>
              <a:rPr sz="1250" spc="-40" dirty="0">
                <a:solidFill>
                  <a:srgbClr val="3B3434"/>
                </a:solidFill>
                <a:latin typeface="Verdana"/>
                <a:cs typeface="Verdana"/>
              </a:rPr>
              <a:t> </a:t>
            </a:r>
            <a:r>
              <a:rPr sz="1250" spc="-10" dirty="0">
                <a:solidFill>
                  <a:srgbClr val="3B3434"/>
                </a:solidFill>
                <a:latin typeface="Verdana"/>
                <a:cs typeface="Verdana"/>
              </a:rPr>
              <a:t>affordable</a:t>
            </a:r>
            <a:endParaRPr sz="1250" dirty="0">
              <a:latin typeface="Verdana"/>
              <a:cs typeface="Verdana"/>
            </a:endParaRPr>
          </a:p>
        </p:txBody>
      </p:sp>
      <p:pic>
        <p:nvPicPr>
          <p:cNvPr id="5" name="Picture 4">
            <a:extLst>
              <a:ext uri="{FF2B5EF4-FFF2-40B4-BE49-F238E27FC236}">
                <a16:creationId xmlns:a16="http://schemas.microsoft.com/office/drawing/2014/main" id="{979143C3-1CC3-4E7A-5C52-755C2DD502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10401" y="1"/>
            <a:ext cx="4419600" cy="64452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7311" y="1016000"/>
            <a:ext cx="9440957" cy="752770"/>
          </a:xfrm>
          <a:prstGeom prst="rect">
            <a:avLst/>
          </a:prstGeom>
        </p:spPr>
        <p:txBody>
          <a:bodyPr vert="horz" wrap="square" lIns="0" tIns="234950" rIns="0" bIns="0" rtlCol="0">
            <a:spAutoFit/>
          </a:bodyPr>
          <a:lstStyle/>
          <a:p>
            <a:pPr marL="12700">
              <a:lnSpc>
                <a:spcPct val="100000"/>
              </a:lnSpc>
              <a:spcBef>
                <a:spcPts val="125"/>
              </a:spcBef>
            </a:pPr>
            <a:r>
              <a:rPr lang="en-US" spc="35" dirty="0"/>
              <a:t>Understanding the Problem</a:t>
            </a:r>
            <a:endParaRPr spc="35" dirty="0"/>
          </a:p>
        </p:txBody>
      </p:sp>
      <p:grpSp>
        <p:nvGrpSpPr>
          <p:cNvPr id="21" name="object 3">
            <a:extLst>
              <a:ext uri="{FF2B5EF4-FFF2-40B4-BE49-F238E27FC236}">
                <a16:creationId xmlns:a16="http://schemas.microsoft.com/office/drawing/2014/main" id="{4294CD29-08F7-B61D-4981-80697DFA3456}"/>
              </a:ext>
            </a:extLst>
          </p:cNvPr>
          <p:cNvGrpSpPr/>
          <p:nvPr/>
        </p:nvGrpSpPr>
        <p:grpSpPr>
          <a:xfrm>
            <a:off x="571500" y="2219324"/>
            <a:ext cx="10287000" cy="2867025"/>
            <a:chOff x="571500" y="2219324"/>
            <a:chExt cx="10287000" cy="2867025"/>
          </a:xfrm>
        </p:grpSpPr>
        <p:sp>
          <p:nvSpPr>
            <p:cNvPr id="22" name="object 4">
              <a:extLst>
                <a:ext uri="{FF2B5EF4-FFF2-40B4-BE49-F238E27FC236}">
                  <a16:creationId xmlns:a16="http://schemas.microsoft.com/office/drawing/2014/main" id="{4EC2F311-9E6F-EDFA-43EB-05389251CC2A}"/>
                </a:ext>
              </a:extLst>
            </p:cNvPr>
            <p:cNvSpPr/>
            <p:nvPr/>
          </p:nvSpPr>
          <p:spPr>
            <a:xfrm>
              <a:off x="576262" y="2224087"/>
              <a:ext cx="10277475" cy="2857500"/>
            </a:xfrm>
            <a:custGeom>
              <a:avLst/>
              <a:gdLst/>
              <a:ahLst/>
              <a:cxnLst/>
              <a:rect l="l" t="t" r="r" b="b"/>
              <a:pathLst>
                <a:path w="10277475" h="2857500">
                  <a:moveTo>
                    <a:pt x="0" y="2805252"/>
                  </a:moveTo>
                  <a:lnTo>
                    <a:pt x="0" y="52247"/>
                  </a:lnTo>
                  <a:lnTo>
                    <a:pt x="0" y="48806"/>
                  </a:lnTo>
                  <a:lnTo>
                    <a:pt x="332" y="45415"/>
                  </a:lnTo>
                  <a:lnTo>
                    <a:pt x="1002" y="42049"/>
                  </a:lnTo>
                  <a:lnTo>
                    <a:pt x="1671" y="38684"/>
                  </a:lnTo>
                  <a:lnTo>
                    <a:pt x="2664" y="35420"/>
                  </a:lnTo>
                  <a:lnTo>
                    <a:pt x="3978" y="32258"/>
                  </a:lnTo>
                  <a:lnTo>
                    <a:pt x="5288" y="29083"/>
                  </a:lnTo>
                  <a:lnTo>
                    <a:pt x="15304" y="15303"/>
                  </a:lnTo>
                  <a:lnTo>
                    <a:pt x="17725" y="12877"/>
                  </a:lnTo>
                  <a:lnTo>
                    <a:pt x="20364" y="10706"/>
                  </a:lnTo>
                  <a:lnTo>
                    <a:pt x="23216" y="8801"/>
                  </a:lnTo>
                  <a:lnTo>
                    <a:pt x="26069" y="6896"/>
                  </a:lnTo>
                  <a:lnTo>
                    <a:pt x="29080" y="5283"/>
                  </a:lnTo>
                  <a:lnTo>
                    <a:pt x="32251" y="3975"/>
                  </a:lnTo>
                  <a:lnTo>
                    <a:pt x="35421" y="2667"/>
                  </a:lnTo>
                  <a:lnTo>
                    <a:pt x="38685" y="1676"/>
                  </a:lnTo>
                  <a:lnTo>
                    <a:pt x="42053" y="1003"/>
                  </a:lnTo>
                  <a:lnTo>
                    <a:pt x="45417" y="330"/>
                  </a:lnTo>
                  <a:lnTo>
                    <a:pt x="48816" y="0"/>
                  </a:lnTo>
                  <a:lnTo>
                    <a:pt x="52243" y="0"/>
                  </a:lnTo>
                  <a:lnTo>
                    <a:pt x="10225227" y="0"/>
                  </a:lnTo>
                  <a:lnTo>
                    <a:pt x="10228656" y="0"/>
                  </a:lnTo>
                  <a:lnTo>
                    <a:pt x="10232059" y="330"/>
                  </a:lnTo>
                  <a:lnTo>
                    <a:pt x="10235425" y="1003"/>
                  </a:lnTo>
                  <a:lnTo>
                    <a:pt x="10238790" y="1676"/>
                  </a:lnTo>
                  <a:lnTo>
                    <a:pt x="10262171" y="15303"/>
                  </a:lnTo>
                  <a:lnTo>
                    <a:pt x="10264597" y="17729"/>
                  </a:lnTo>
                  <a:lnTo>
                    <a:pt x="10277475" y="48806"/>
                  </a:lnTo>
                  <a:lnTo>
                    <a:pt x="10277475" y="52247"/>
                  </a:lnTo>
                  <a:lnTo>
                    <a:pt x="10277475" y="2805252"/>
                  </a:lnTo>
                  <a:lnTo>
                    <a:pt x="10277475" y="2808681"/>
                  </a:lnTo>
                  <a:lnTo>
                    <a:pt x="10277132" y="2812084"/>
                  </a:lnTo>
                  <a:lnTo>
                    <a:pt x="10262171" y="2842196"/>
                  </a:lnTo>
                  <a:lnTo>
                    <a:pt x="10259745" y="2844622"/>
                  </a:lnTo>
                  <a:lnTo>
                    <a:pt x="10235425" y="2856496"/>
                  </a:lnTo>
                  <a:lnTo>
                    <a:pt x="10232059" y="2857169"/>
                  </a:lnTo>
                  <a:lnTo>
                    <a:pt x="10228656" y="2857500"/>
                  </a:lnTo>
                  <a:lnTo>
                    <a:pt x="10225227" y="2857500"/>
                  </a:lnTo>
                  <a:lnTo>
                    <a:pt x="52243" y="2857500"/>
                  </a:lnTo>
                  <a:lnTo>
                    <a:pt x="48816" y="2857500"/>
                  </a:lnTo>
                  <a:lnTo>
                    <a:pt x="45417" y="2857169"/>
                  </a:lnTo>
                  <a:lnTo>
                    <a:pt x="42053" y="2856496"/>
                  </a:lnTo>
                  <a:lnTo>
                    <a:pt x="38685" y="2855823"/>
                  </a:lnTo>
                  <a:lnTo>
                    <a:pt x="15304" y="2842196"/>
                  </a:lnTo>
                  <a:lnTo>
                    <a:pt x="12879" y="2839770"/>
                  </a:lnTo>
                  <a:lnTo>
                    <a:pt x="3978" y="2825242"/>
                  </a:lnTo>
                  <a:lnTo>
                    <a:pt x="2664" y="2822079"/>
                  </a:lnTo>
                  <a:lnTo>
                    <a:pt x="1671" y="2818815"/>
                  </a:lnTo>
                  <a:lnTo>
                    <a:pt x="1002" y="2815450"/>
                  </a:lnTo>
                  <a:lnTo>
                    <a:pt x="332" y="2812084"/>
                  </a:lnTo>
                  <a:lnTo>
                    <a:pt x="0" y="2808681"/>
                  </a:lnTo>
                  <a:lnTo>
                    <a:pt x="0" y="2805252"/>
                  </a:lnTo>
                  <a:close/>
                </a:path>
              </a:pathLst>
            </a:custGeom>
            <a:ln w="9525">
              <a:solidFill>
                <a:srgbClr val="000000"/>
              </a:solidFill>
            </a:ln>
          </p:spPr>
          <p:txBody>
            <a:bodyPr wrap="square" lIns="0" tIns="0" rIns="0" bIns="0" rtlCol="0"/>
            <a:lstStyle/>
            <a:p>
              <a:endParaRPr/>
            </a:p>
          </p:txBody>
        </p:sp>
        <p:sp>
          <p:nvSpPr>
            <p:cNvPr id="23" name="object 5">
              <a:extLst>
                <a:ext uri="{FF2B5EF4-FFF2-40B4-BE49-F238E27FC236}">
                  <a16:creationId xmlns:a16="http://schemas.microsoft.com/office/drawing/2014/main" id="{8AE77378-AEA4-3AD4-2A84-F463A2737ABC}"/>
                </a:ext>
              </a:extLst>
            </p:cNvPr>
            <p:cNvSpPr/>
            <p:nvPr/>
          </p:nvSpPr>
          <p:spPr>
            <a:xfrm>
              <a:off x="581012" y="2228862"/>
              <a:ext cx="10267950" cy="476250"/>
            </a:xfrm>
            <a:custGeom>
              <a:avLst/>
              <a:gdLst/>
              <a:ahLst/>
              <a:cxnLst/>
              <a:rect l="l" t="t" r="r" b="b"/>
              <a:pathLst>
                <a:path w="10267950" h="476250">
                  <a:moveTo>
                    <a:pt x="3076575" y="0"/>
                  </a:moveTo>
                  <a:lnTo>
                    <a:pt x="49453" y="0"/>
                  </a:lnTo>
                  <a:lnTo>
                    <a:pt x="42189" y="1447"/>
                  </a:lnTo>
                  <a:lnTo>
                    <a:pt x="7239" y="28206"/>
                  </a:lnTo>
                  <a:lnTo>
                    <a:pt x="0" y="49441"/>
                  </a:lnTo>
                  <a:lnTo>
                    <a:pt x="0" y="476250"/>
                  </a:lnTo>
                  <a:lnTo>
                    <a:pt x="3076575" y="476250"/>
                  </a:lnTo>
                  <a:lnTo>
                    <a:pt x="3076575" y="0"/>
                  </a:lnTo>
                  <a:close/>
                </a:path>
                <a:path w="10267950" h="476250">
                  <a:moveTo>
                    <a:pt x="10267950" y="49441"/>
                  </a:moveTo>
                  <a:lnTo>
                    <a:pt x="10245903" y="11353"/>
                  </a:lnTo>
                  <a:lnTo>
                    <a:pt x="10218496" y="0"/>
                  </a:lnTo>
                  <a:lnTo>
                    <a:pt x="3086100" y="0"/>
                  </a:lnTo>
                  <a:lnTo>
                    <a:pt x="3086100" y="476250"/>
                  </a:lnTo>
                  <a:lnTo>
                    <a:pt x="10267950" y="476250"/>
                  </a:lnTo>
                  <a:lnTo>
                    <a:pt x="10267950" y="49441"/>
                  </a:lnTo>
                  <a:close/>
                </a:path>
              </a:pathLst>
            </a:custGeom>
            <a:solidFill>
              <a:srgbClr val="FFFFFF">
                <a:alpha val="3919"/>
              </a:srgbClr>
            </a:solidFill>
          </p:spPr>
          <p:txBody>
            <a:bodyPr wrap="square" lIns="0" tIns="0" rIns="0" bIns="0" rtlCol="0"/>
            <a:lstStyle/>
            <a:p>
              <a:endParaRPr dirty="0"/>
            </a:p>
          </p:txBody>
        </p:sp>
        <p:sp>
          <p:nvSpPr>
            <p:cNvPr id="24" name="object 6">
              <a:extLst>
                <a:ext uri="{FF2B5EF4-FFF2-40B4-BE49-F238E27FC236}">
                  <a16:creationId xmlns:a16="http://schemas.microsoft.com/office/drawing/2014/main" id="{769F9983-6E73-24B1-EE7C-D0680E9AA525}"/>
                </a:ext>
              </a:extLst>
            </p:cNvPr>
            <p:cNvSpPr/>
            <p:nvPr/>
          </p:nvSpPr>
          <p:spPr>
            <a:xfrm>
              <a:off x="581012" y="4600587"/>
              <a:ext cx="10267950" cy="476250"/>
            </a:xfrm>
            <a:custGeom>
              <a:avLst/>
              <a:gdLst/>
              <a:ahLst/>
              <a:cxnLst/>
              <a:rect l="l" t="t" r="r" b="b"/>
              <a:pathLst>
                <a:path w="10267950" h="476250">
                  <a:moveTo>
                    <a:pt x="3076575" y="0"/>
                  </a:moveTo>
                  <a:lnTo>
                    <a:pt x="0" y="0"/>
                  </a:lnTo>
                  <a:lnTo>
                    <a:pt x="0" y="426796"/>
                  </a:lnTo>
                  <a:lnTo>
                    <a:pt x="22047" y="464896"/>
                  </a:lnTo>
                  <a:lnTo>
                    <a:pt x="49453" y="476250"/>
                  </a:lnTo>
                  <a:lnTo>
                    <a:pt x="3076575" y="476250"/>
                  </a:lnTo>
                  <a:lnTo>
                    <a:pt x="3076575" y="0"/>
                  </a:lnTo>
                  <a:close/>
                </a:path>
                <a:path w="10267950" h="476250">
                  <a:moveTo>
                    <a:pt x="10267950" y="0"/>
                  </a:moveTo>
                  <a:lnTo>
                    <a:pt x="3086100" y="0"/>
                  </a:lnTo>
                  <a:lnTo>
                    <a:pt x="3086100" y="476250"/>
                  </a:lnTo>
                  <a:lnTo>
                    <a:pt x="10218496" y="476250"/>
                  </a:lnTo>
                  <a:lnTo>
                    <a:pt x="10225773" y="474802"/>
                  </a:lnTo>
                  <a:lnTo>
                    <a:pt x="10260711" y="448043"/>
                  </a:lnTo>
                  <a:lnTo>
                    <a:pt x="10267950" y="426796"/>
                  </a:lnTo>
                  <a:lnTo>
                    <a:pt x="10267950" y="0"/>
                  </a:lnTo>
                  <a:close/>
                </a:path>
              </a:pathLst>
            </a:custGeom>
            <a:solidFill>
              <a:srgbClr val="000000">
                <a:alpha val="3919"/>
              </a:srgbClr>
            </a:solidFill>
          </p:spPr>
          <p:txBody>
            <a:bodyPr wrap="square" lIns="0" tIns="0" rIns="0" bIns="0" rtlCol="0"/>
            <a:lstStyle/>
            <a:p>
              <a:endParaRPr/>
            </a:p>
          </p:txBody>
        </p:sp>
      </p:grpSp>
      <p:sp>
        <p:nvSpPr>
          <p:cNvPr id="26" name="TextBox 25">
            <a:extLst>
              <a:ext uri="{FF2B5EF4-FFF2-40B4-BE49-F238E27FC236}">
                <a16:creationId xmlns:a16="http://schemas.microsoft.com/office/drawing/2014/main" id="{DB909CC6-79C5-73D7-BEA3-0F3B6A4B0705}"/>
              </a:ext>
            </a:extLst>
          </p:cNvPr>
          <p:cNvSpPr txBox="1"/>
          <p:nvPr/>
        </p:nvSpPr>
        <p:spPr>
          <a:xfrm>
            <a:off x="990600" y="2618603"/>
            <a:ext cx="9220200" cy="1754326"/>
          </a:xfrm>
          <a:prstGeom prst="rect">
            <a:avLst/>
          </a:prstGeom>
          <a:noFill/>
        </p:spPr>
        <p:txBody>
          <a:bodyPr wrap="square">
            <a:spAutoFit/>
          </a:bodyPr>
          <a:lstStyle/>
          <a:p>
            <a:r>
              <a:rPr lang="en-US" dirty="0"/>
              <a:t>Many people in India don’t know much about the law, which makes it hard for them to get justice. Government websites are often full of complicated language that’s hard to understand. This sometimes allows lawyers to take advantage by charging high fees. Ordinary people need basic legal knowledge to stand up for their rights. Fear of being judged often stops victims from speaking out, which lets offenders get away with crimes—especially affecting vulnerable groups like abused children.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05C1E-8644-3AB1-CCAD-7A80CF1EA93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9CAEA1F-AFD6-F6C2-B21D-44C48912BC78}"/>
              </a:ext>
            </a:extLst>
          </p:cNvPr>
          <p:cNvSpPr txBox="1">
            <a:spLocks noGrp="1"/>
          </p:cNvSpPr>
          <p:nvPr>
            <p:ph type="title"/>
          </p:nvPr>
        </p:nvSpPr>
        <p:spPr>
          <a:xfrm>
            <a:off x="457200" y="192724"/>
            <a:ext cx="9440957" cy="1101725"/>
          </a:xfrm>
          <a:prstGeom prst="rect">
            <a:avLst/>
          </a:prstGeom>
        </p:spPr>
        <p:txBody>
          <a:bodyPr vert="horz" wrap="square" lIns="0" tIns="234950" rIns="0" bIns="0" rtlCol="0">
            <a:spAutoFit/>
          </a:bodyPr>
          <a:lstStyle/>
          <a:p>
            <a:pPr marL="12700">
              <a:lnSpc>
                <a:spcPct val="100000"/>
              </a:lnSpc>
              <a:spcBef>
                <a:spcPts val="125"/>
              </a:spcBef>
            </a:pPr>
            <a:r>
              <a:rPr dirty="0"/>
              <a:t>Challenges</a:t>
            </a:r>
            <a:r>
              <a:rPr spc="55" dirty="0"/>
              <a:t> </a:t>
            </a:r>
            <a:r>
              <a:rPr dirty="0"/>
              <a:t>in</a:t>
            </a:r>
            <a:r>
              <a:rPr spc="60" dirty="0"/>
              <a:t> </a:t>
            </a:r>
            <a:r>
              <a:rPr spc="55" dirty="0"/>
              <a:t>the</a:t>
            </a:r>
            <a:r>
              <a:rPr spc="65" dirty="0"/>
              <a:t> </a:t>
            </a:r>
            <a:r>
              <a:rPr dirty="0"/>
              <a:t>Legal</a:t>
            </a:r>
            <a:r>
              <a:rPr spc="65" dirty="0"/>
              <a:t> </a:t>
            </a:r>
            <a:r>
              <a:rPr spc="35" dirty="0"/>
              <a:t>Ecosystem</a:t>
            </a:r>
          </a:p>
        </p:txBody>
      </p:sp>
      <p:grpSp>
        <p:nvGrpSpPr>
          <p:cNvPr id="3" name="object 3">
            <a:extLst>
              <a:ext uri="{FF2B5EF4-FFF2-40B4-BE49-F238E27FC236}">
                <a16:creationId xmlns:a16="http://schemas.microsoft.com/office/drawing/2014/main" id="{73B1209C-7D82-972F-F723-085ABDAB8EBB}"/>
              </a:ext>
            </a:extLst>
          </p:cNvPr>
          <p:cNvGrpSpPr/>
          <p:nvPr/>
        </p:nvGrpSpPr>
        <p:grpSpPr>
          <a:xfrm>
            <a:off x="466763" y="1049021"/>
            <a:ext cx="5057775" cy="1228725"/>
            <a:chOff x="571500" y="2114549"/>
            <a:chExt cx="5057775" cy="1228725"/>
          </a:xfrm>
        </p:grpSpPr>
        <p:sp>
          <p:nvSpPr>
            <p:cNvPr id="4" name="object 4">
              <a:extLst>
                <a:ext uri="{FF2B5EF4-FFF2-40B4-BE49-F238E27FC236}">
                  <a16:creationId xmlns:a16="http://schemas.microsoft.com/office/drawing/2014/main" id="{8792D7E3-F999-5570-C3FF-1996AEDB5541}"/>
                </a:ext>
              </a:extLst>
            </p:cNvPr>
            <p:cNvSpPr/>
            <p:nvPr/>
          </p:nvSpPr>
          <p:spPr>
            <a:xfrm>
              <a:off x="576262" y="2119312"/>
              <a:ext cx="5048250" cy="1219200"/>
            </a:xfrm>
            <a:custGeom>
              <a:avLst/>
              <a:gdLst/>
              <a:ahLst/>
              <a:cxnLst/>
              <a:rect l="l" t="t" r="r" b="b"/>
              <a:pathLst>
                <a:path w="5048250" h="1219200">
                  <a:moveTo>
                    <a:pt x="4999431" y="0"/>
                  </a:moveTo>
                  <a:lnTo>
                    <a:pt x="48816" y="0"/>
                  </a:lnTo>
                  <a:lnTo>
                    <a:pt x="45417" y="330"/>
                  </a:lnTo>
                  <a:lnTo>
                    <a:pt x="10711" y="20370"/>
                  </a:lnTo>
                  <a:lnTo>
                    <a:pt x="0" y="48806"/>
                  </a:lnTo>
                  <a:lnTo>
                    <a:pt x="0" y="1166952"/>
                  </a:lnTo>
                  <a:lnTo>
                    <a:pt x="0" y="1170381"/>
                  </a:lnTo>
                  <a:lnTo>
                    <a:pt x="17725" y="1206322"/>
                  </a:lnTo>
                  <a:lnTo>
                    <a:pt x="48816" y="1219200"/>
                  </a:lnTo>
                  <a:lnTo>
                    <a:pt x="4999431" y="1219200"/>
                  </a:lnTo>
                  <a:lnTo>
                    <a:pt x="5035372" y="1201470"/>
                  </a:lnTo>
                  <a:lnTo>
                    <a:pt x="5048250" y="1170381"/>
                  </a:lnTo>
                  <a:lnTo>
                    <a:pt x="5048250" y="48806"/>
                  </a:lnTo>
                  <a:lnTo>
                    <a:pt x="5030520" y="12877"/>
                  </a:lnTo>
                  <a:lnTo>
                    <a:pt x="5002834" y="330"/>
                  </a:lnTo>
                  <a:lnTo>
                    <a:pt x="4999431" y="0"/>
                  </a:lnTo>
                  <a:close/>
                </a:path>
              </a:pathLst>
            </a:custGeom>
            <a:solidFill>
              <a:srgbClr val="1A2D7A"/>
            </a:solidFill>
          </p:spPr>
          <p:txBody>
            <a:bodyPr wrap="square" lIns="0" tIns="0" rIns="0" bIns="0" rtlCol="0"/>
            <a:lstStyle/>
            <a:p>
              <a:endParaRPr/>
            </a:p>
          </p:txBody>
        </p:sp>
        <p:sp>
          <p:nvSpPr>
            <p:cNvPr id="5" name="object 5">
              <a:extLst>
                <a:ext uri="{FF2B5EF4-FFF2-40B4-BE49-F238E27FC236}">
                  <a16:creationId xmlns:a16="http://schemas.microsoft.com/office/drawing/2014/main" id="{024443A2-9ACE-9334-0BD7-08E3ACD84076}"/>
                </a:ext>
              </a:extLst>
            </p:cNvPr>
            <p:cNvSpPr/>
            <p:nvPr/>
          </p:nvSpPr>
          <p:spPr>
            <a:xfrm>
              <a:off x="576262" y="2119312"/>
              <a:ext cx="5048250" cy="1219200"/>
            </a:xfrm>
            <a:custGeom>
              <a:avLst/>
              <a:gdLst/>
              <a:ahLst/>
              <a:cxnLst/>
              <a:rect l="l" t="t" r="r" b="b"/>
              <a:pathLst>
                <a:path w="5048250" h="1219200">
                  <a:moveTo>
                    <a:pt x="0" y="1166952"/>
                  </a:moveTo>
                  <a:lnTo>
                    <a:pt x="0" y="52247"/>
                  </a:lnTo>
                  <a:lnTo>
                    <a:pt x="0" y="48806"/>
                  </a:lnTo>
                  <a:lnTo>
                    <a:pt x="332" y="45415"/>
                  </a:lnTo>
                  <a:lnTo>
                    <a:pt x="1002" y="42049"/>
                  </a:lnTo>
                  <a:lnTo>
                    <a:pt x="1671" y="38684"/>
                  </a:lnTo>
                  <a:lnTo>
                    <a:pt x="2664" y="35420"/>
                  </a:lnTo>
                  <a:lnTo>
                    <a:pt x="3978" y="32258"/>
                  </a:lnTo>
                  <a:lnTo>
                    <a:pt x="5288" y="29083"/>
                  </a:lnTo>
                  <a:lnTo>
                    <a:pt x="15304" y="15303"/>
                  </a:lnTo>
                  <a:lnTo>
                    <a:pt x="17725" y="12877"/>
                  </a:lnTo>
                  <a:lnTo>
                    <a:pt x="20364" y="10706"/>
                  </a:lnTo>
                  <a:lnTo>
                    <a:pt x="23216" y="8801"/>
                  </a:lnTo>
                  <a:lnTo>
                    <a:pt x="26069" y="6896"/>
                  </a:lnTo>
                  <a:lnTo>
                    <a:pt x="29080" y="5283"/>
                  </a:lnTo>
                  <a:lnTo>
                    <a:pt x="32251" y="3975"/>
                  </a:lnTo>
                  <a:lnTo>
                    <a:pt x="35421" y="2667"/>
                  </a:lnTo>
                  <a:lnTo>
                    <a:pt x="38685" y="1676"/>
                  </a:lnTo>
                  <a:lnTo>
                    <a:pt x="42053" y="1003"/>
                  </a:lnTo>
                  <a:lnTo>
                    <a:pt x="45417" y="330"/>
                  </a:lnTo>
                  <a:lnTo>
                    <a:pt x="48816" y="0"/>
                  </a:lnTo>
                  <a:lnTo>
                    <a:pt x="52243" y="0"/>
                  </a:lnTo>
                  <a:lnTo>
                    <a:pt x="4996002" y="0"/>
                  </a:lnTo>
                  <a:lnTo>
                    <a:pt x="4999431" y="0"/>
                  </a:lnTo>
                  <a:lnTo>
                    <a:pt x="5002834" y="330"/>
                  </a:lnTo>
                  <a:lnTo>
                    <a:pt x="5025021" y="8801"/>
                  </a:lnTo>
                  <a:lnTo>
                    <a:pt x="5027879" y="10706"/>
                  </a:lnTo>
                  <a:lnTo>
                    <a:pt x="5044274" y="32258"/>
                  </a:lnTo>
                  <a:lnTo>
                    <a:pt x="5045583" y="35420"/>
                  </a:lnTo>
                  <a:lnTo>
                    <a:pt x="5046573" y="38684"/>
                  </a:lnTo>
                  <a:lnTo>
                    <a:pt x="5047246" y="42049"/>
                  </a:lnTo>
                  <a:lnTo>
                    <a:pt x="5047907" y="45415"/>
                  </a:lnTo>
                  <a:lnTo>
                    <a:pt x="5048250" y="48806"/>
                  </a:lnTo>
                  <a:lnTo>
                    <a:pt x="5048250" y="52247"/>
                  </a:lnTo>
                  <a:lnTo>
                    <a:pt x="5048250" y="1166952"/>
                  </a:lnTo>
                  <a:lnTo>
                    <a:pt x="5048250" y="1170381"/>
                  </a:lnTo>
                  <a:lnTo>
                    <a:pt x="5047907" y="1173784"/>
                  </a:lnTo>
                  <a:lnTo>
                    <a:pt x="5032946" y="1203896"/>
                  </a:lnTo>
                  <a:lnTo>
                    <a:pt x="5030520" y="1206322"/>
                  </a:lnTo>
                  <a:lnTo>
                    <a:pt x="4999431" y="1219200"/>
                  </a:lnTo>
                  <a:lnTo>
                    <a:pt x="4996002" y="1219200"/>
                  </a:lnTo>
                  <a:lnTo>
                    <a:pt x="52243" y="1219200"/>
                  </a:lnTo>
                  <a:lnTo>
                    <a:pt x="48816" y="1219200"/>
                  </a:lnTo>
                  <a:lnTo>
                    <a:pt x="45417" y="1218869"/>
                  </a:lnTo>
                  <a:lnTo>
                    <a:pt x="42053" y="1218196"/>
                  </a:lnTo>
                  <a:lnTo>
                    <a:pt x="38685" y="1217523"/>
                  </a:lnTo>
                  <a:lnTo>
                    <a:pt x="23216" y="1210398"/>
                  </a:lnTo>
                  <a:lnTo>
                    <a:pt x="20364" y="1208493"/>
                  </a:lnTo>
                  <a:lnTo>
                    <a:pt x="17725" y="1206322"/>
                  </a:lnTo>
                  <a:lnTo>
                    <a:pt x="15304" y="1203896"/>
                  </a:lnTo>
                  <a:lnTo>
                    <a:pt x="12879" y="1201470"/>
                  </a:lnTo>
                  <a:lnTo>
                    <a:pt x="0" y="1170381"/>
                  </a:lnTo>
                  <a:lnTo>
                    <a:pt x="0" y="1166952"/>
                  </a:lnTo>
                  <a:close/>
                </a:path>
              </a:pathLst>
            </a:custGeom>
            <a:ln w="9525">
              <a:solidFill>
                <a:srgbClr val="324592"/>
              </a:solidFill>
            </a:ln>
          </p:spPr>
          <p:txBody>
            <a:bodyPr wrap="square" lIns="0" tIns="0" rIns="0" bIns="0" rtlCol="0"/>
            <a:lstStyle/>
            <a:p>
              <a:endParaRPr/>
            </a:p>
          </p:txBody>
        </p:sp>
      </p:grpSp>
      <p:sp>
        <p:nvSpPr>
          <p:cNvPr id="6" name="object 6">
            <a:extLst>
              <a:ext uri="{FF2B5EF4-FFF2-40B4-BE49-F238E27FC236}">
                <a16:creationId xmlns:a16="http://schemas.microsoft.com/office/drawing/2014/main" id="{0126A674-0249-34EB-567B-C799E96D8367}"/>
              </a:ext>
            </a:extLst>
          </p:cNvPr>
          <p:cNvSpPr txBox="1"/>
          <p:nvPr/>
        </p:nvSpPr>
        <p:spPr>
          <a:xfrm>
            <a:off x="593129" y="1227139"/>
            <a:ext cx="4668520" cy="872490"/>
          </a:xfrm>
          <a:prstGeom prst="rect">
            <a:avLst/>
          </a:prstGeom>
        </p:spPr>
        <p:txBody>
          <a:bodyPr vert="horz" wrap="square" lIns="0" tIns="17145" rIns="0" bIns="0" rtlCol="0">
            <a:spAutoFit/>
          </a:bodyPr>
          <a:lstStyle/>
          <a:p>
            <a:pPr marL="12700">
              <a:lnSpc>
                <a:spcPct val="100000"/>
              </a:lnSpc>
              <a:spcBef>
                <a:spcPts val="135"/>
              </a:spcBef>
            </a:pPr>
            <a:r>
              <a:rPr sz="1650" b="1" spc="50" dirty="0">
                <a:solidFill>
                  <a:srgbClr val="FFFFFF"/>
                </a:solidFill>
                <a:latin typeface="Tahoma"/>
                <a:cs typeface="Tahoma"/>
              </a:rPr>
              <a:t>Complex</a:t>
            </a:r>
            <a:r>
              <a:rPr sz="1650" b="1" spc="30" dirty="0">
                <a:solidFill>
                  <a:srgbClr val="FFFFFF"/>
                </a:solidFill>
                <a:latin typeface="Tahoma"/>
                <a:cs typeface="Tahoma"/>
              </a:rPr>
              <a:t> </a:t>
            </a:r>
            <a:r>
              <a:rPr sz="1650" b="1" dirty="0">
                <a:solidFill>
                  <a:srgbClr val="FFFFFF"/>
                </a:solidFill>
                <a:latin typeface="Tahoma"/>
                <a:cs typeface="Tahoma"/>
              </a:rPr>
              <a:t>Legal</a:t>
            </a:r>
            <a:r>
              <a:rPr sz="1650" b="1" spc="30" dirty="0">
                <a:solidFill>
                  <a:srgbClr val="FFFFFF"/>
                </a:solidFill>
                <a:latin typeface="Tahoma"/>
                <a:cs typeface="Tahoma"/>
              </a:rPr>
              <a:t> </a:t>
            </a:r>
            <a:r>
              <a:rPr sz="1650" b="1" spc="-10" dirty="0">
                <a:solidFill>
                  <a:srgbClr val="FFFFFF"/>
                </a:solidFill>
                <a:latin typeface="Tahoma"/>
                <a:cs typeface="Tahoma"/>
              </a:rPr>
              <a:t>Language</a:t>
            </a:r>
            <a:endParaRPr sz="1650" dirty="0">
              <a:latin typeface="Tahoma"/>
              <a:cs typeface="Tahoma"/>
            </a:endParaRPr>
          </a:p>
          <a:p>
            <a:pPr marL="12700" marR="5080">
              <a:lnSpc>
                <a:spcPct val="135000"/>
              </a:lnSpc>
              <a:spcBef>
                <a:spcPts val="595"/>
              </a:spcBef>
            </a:pPr>
            <a:r>
              <a:rPr sz="1250" dirty="0">
                <a:solidFill>
                  <a:srgbClr val="FFFFFF"/>
                </a:solidFill>
                <a:latin typeface="Verdana"/>
                <a:cs typeface="Verdana"/>
              </a:rPr>
              <a:t>Laws</a:t>
            </a:r>
            <a:r>
              <a:rPr sz="1250" spc="-30" dirty="0">
                <a:solidFill>
                  <a:srgbClr val="FFFFFF"/>
                </a:solidFill>
                <a:latin typeface="Verdana"/>
                <a:cs typeface="Verdana"/>
              </a:rPr>
              <a:t> </a:t>
            </a:r>
            <a:r>
              <a:rPr sz="1250" spc="-10" dirty="0">
                <a:solidFill>
                  <a:srgbClr val="FFFFFF"/>
                </a:solidFill>
                <a:latin typeface="Verdana"/>
                <a:cs typeface="Verdana"/>
              </a:rPr>
              <a:t>are</a:t>
            </a:r>
            <a:r>
              <a:rPr sz="1250" spc="-30" dirty="0">
                <a:solidFill>
                  <a:srgbClr val="FFFFFF"/>
                </a:solidFill>
                <a:latin typeface="Verdana"/>
                <a:cs typeface="Verdana"/>
              </a:rPr>
              <a:t> </a:t>
            </a:r>
            <a:r>
              <a:rPr sz="1250" dirty="0">
                <a:solidFill>
                  <a:srgbClr val="FFFFFF"/>
                </a:solidFill>
                <a:latin typeface="Verdana"/>
                <a:cs typeface="Verdana"/>
              </a:rPr>
              <a:t>difficult</a:t>
            </a:r>
            <a:r>
              <a:rPr sz="1250" spc="-30" dirty="0">
                <a:solidFill>
                  <a:srgbClr val="FFFFFF"/>
                </a:solidFill>
                <a:latin typeface="Verdana"/>
                <a:cs typeface="Verdana"/>
              </a:rPr>
              <a:t> </a:t>
            </a:r>
            <a:r>
              <a:rPr sz="1250" dirty="0">
                <a:solidFill>
                  <a:srgbClr val="FFFFFF"/>
                </a:solidFill>
                <a:latin typeface="Verdana"/>
                <a:cs typeface="Verdana"/>
              </a:rPr>
              <a:t>for</a:t>
            </a:r>
            <a:r>
              <a:rPr sz="1250" spc="-30" dirty="0">
                <a:solidFill>
                  <a:srgbClr val="FFFFFF"/>
                </a:solidFill>
                <a:latin typeface="Verdana"/>
                <a:cs typeface="Verdana"/>
              </a:rPr>
              <a:t> </a:t>
            </a:r>
            <a:r>
              <a:rPr sz="1250" dirty="0">
                <a:solidFill>
                  <a:srgbClr val="FFFFFF"/>
                </a:solidFill>
                <a:latin typeface="Verdana"/>
                <a:cs typeface="Verdana"/>
              </a:rPr>
              <a:t>non-</a:t>
            </a:r>
            <a:r>
              <a:rPr sz="1250" spc="-10" dirty="0">
                <a:solidFill>
                  <a:srgbClr val="FFFFFF"/>
                </a:solidFill>
                <a:latin typeface="Verdana"/>
                <a:cs typeface="Verdana"/>
              </a:rPr>
              <a:t>lawyers</a:t>
            </a:r>
            <a:r>
              <a:rPr sz="1250" spc="-30" dirty="0">
                <a:solidFill>
                  <a:srgbClr val="FFFFFF"/>
                </a:solidFill>
                <a:latin typeface="Verdana"/>
                <a:cs typeface="Verdana"/>
              </a:rPr>
              <a:t> </a:t>
            </a:r>
            <a:r>
              <a:rPr sz="1250" spc="65" dirty="0">
                <a:solidFill>
                  <a:srgbClr val="FFFFFF"/>
                </a:solidFill>
                <a:latin typeface="Verdana"/>
                <a:cs typeface="Verdana"/>
              </a:rPr>
              <a:t>to</a:t>
            </a:r>
            <a:r>
              <a:rPr sz="1250" spc="-25" dirty="0">
                <a:solidFill>
                  <a:srgbClr val="FFFFFF"/>
                </a:solidFill>
                <a:latin typeface="Verdana"/>
                <a:cs typeface="Verdana"/>
              </a:rPr>
              <a:t> </a:t>
            </a:r>
            <a:r>
              <a:rPr sz="1250" dirty="0">
                <a:solidFill>
                  <a:srgbClr val="FFFFFF"/>
                </a:solidFill>
                <a:latin typeface="Verdana"/>
                <a:cs typeface="Verdana"/>
              </a:rPr>
              <a:t>understand,</a:t>
            </a:r>
            <a:r>
              <a:rPr sz="1250" spc="-30" dirty="0">
                <a:solidFill>
                  <a:srgbClr val="FFFFFF"/>
                </a:solidFill>
                <a:latin typeface="Verdana"/>
                <a:cs typeface="Verdana"/>
              </a:rPr>
              <a:t> </a:t>
            </a:r>
            <a:r>
              <a:rPr sz="1250" spc="-10" dirty="0">
                <a:solidFill>
                  <a:srgbClr val="FFFFFF"/>
                </a:solidFill>
                <a:latin typeface="Verdana"/>
                <a:cs typeface="Verdana"/>
              </a:rPr>
              <a:t>creating </a:t>
            </a:r>
            <a:r>
              <a:rPr sz="1250" dirty="0">
                <a:solidFill>
                  <a:srgbClr val="FFFFFF"/>
                </a:solidFill>
                <a:latin typeface="Verdana"/>
                <a:cs typeface="Verdana"/>
              </a:rPr>
              <a:t>barriers</a:t>
            </a:r>
            <a:r>
              <a:rPr sz="1250" spc="-110" dirty="0">
                <a:solidFill>
                  <a:srgbClr val="FFFFFF"/>
                </a:solidFill>
                <a:latin typeface="Verdana"/>
                <a:cs typeface="Verdana"/>
              </a:rPr>
              <a:t> </a:t>
            </a:r>
            <a:r>
              <a:rPr sz="1250" spc="65" dirty="0">
                <a:solidFill>
                  <a:srgbClr val="FFFFFF"/>
                </a:solidFill>
                <a:latin typeface="Verdana"/>
                <a:cs typeface="Verdana"/>
              </a:rPr>
              <a:t>to</a:t>
            </a:r>
            <a:r>
              <a:rPr sz="1250" spc="-105" dirty="0">
                <a:solidFill>
                  <a:srgbClr val="FFFFFF"/>
                </a:solidFill>
                <a:latin typeface="Verdana"/>
                <a:cs typeface="Verdana"/>
              </a:rPr>
              <a:t> </a:t>
            </a:r>
            <a:r>
              <a:rPr sz="1250" spc="-10" dirty="0">
                <a:solidFill>
                  <a:srgbClr val="FFFFFF"/>
                </a:solidFill>
                <a:latin typeface="Verdana"/>
                <a:cs typeface="Verdana"/>
              </a:rPr>
              <a:t>justice</a:t>
            </a:r>
            <a:endParaRPr sz="1250" dirty="0">
              <a:latin typeface="Verdana"/>
              <a:cs typeface="Verdana"/>
            </a:endParaRPr>
          </a:p>
        </p:txBody>
      </p:sp>
      <p:grpSp>
        <p:nvGrpSpPr>
          <p:cNvPr id="7" name="object 7">
            <a:extLst>
              <a:ext uri="{FF2B5EF4-FFF2-40B4-BE49-F238E27FC236}">
                <a16:creationId xmlns:a16="http://schemas.microsoft.com/office/drawing/2014/main" id="{1BF54CE9-21AD-B357-674E-7D69F2CEA6B4}"/>
              </a:ext>
            </a:extLst>
          </p:cNvPr>
          <p:cNvGrpSpPr/>
          <p:nvPr/>
        </p:nvGrpSpPr>
        <p:grpSpPr>
          <a:xfrm>
            <a:off x="5678070" y="1077913"/>
            <a:ext cx="5057775" cy="1228725"/>
            <a:chOff x="5800725" y="2114549"/>
            <a:chExt cx="5057775" cy="1228725"/>
          </a:xfrm>
        </p:grpSpPr>
        <p:sp>
          <p:nvSpPr>
            <p:cNvPr id="8" name="object 8">
              <a:extLst>
                <a:ext uri="{FF2B5EF4-FFF2-40B4-BE49-F238E27FC236}">
                  <a16:creationId xmlns:a16="http://schemas.microsoft.com/office/drawing/2014/main" id="{A133B612-3894-CE8A-0E43-66B7EE80CE05}"/>
                </a:ext>
              </a:extLst>
            </p:cNvPr>
            <p:cNvSpPr/>
            <p:nvPr/>
          </p:nvSpPr>
          <p:spPr>
            <a:xfrm>
              <a:off x="5805487" y="2119312"/>
              <a:ext cx="5048250" cy="1219200"/>
            </a:xfrm>
            <a:custGeom>
              <a:avLst/>
              <a:gdLst/>
              <a:ahLst/>
              <a:cxnLst/>
              <a:rect l="l" t="t" r="r" b="b"/>
              <a:pathLst>
                <a:path w="5048250" h="1219200">
                  <a:moveTo>
                    <a:pt x="4999431" y="0"/>
                  </a:moveTo>
                  <a:lnTo>
                    <a:pt x="48818" y="0"/>
                  </a:lnTo>
                  <a:lnTo>
                    <a:pt x="45415" y="330"/>
                  </a:lnTo>
                  <a:lnTo>
                    <a:pt x="10706" y="20370"/>
                  </a:lnTo>
                  <a:lnTo>
                    <a:pt x="0" y="48806"/>
                  </a:lnTo>
                  <a:lnTo>
                    <a:pt x="0" y="1166952"/>
                  </a:lnTo>
                  <a:lnTo>
                    <a:pt x="0" y="1170381"/>
                  </a:lnTo>
                  <a:lnTo>
                    <a:pt x="17729" y="1206322"/>
                  </a:lnTo>
                  <a:lnTo>
                    <a:pt x="48818" y="1219200"/>
                  </a:lnTo>
                  <a:lnTo>
                    <a:pt x="4999431" y="1219200"/>
                  </a:lnTo>
                  <a:lnTo>
                    <a:pt x="5035372" y="1201470"/>
                  </a:lnTo>
                  <a:lnTo>
                    <a:pt x="5048250" y="1170381"/>
                  </a:lnTo>
                  <a:lnTo>
                    <a:pt x="5048250" y="48806"/>
                  </a:lnTo>
                  <a:lnTo>
                    <a:pt x="5030520" y="12877"/>
                  </a:lnTo>
                  <a:lnTo>
                    <a:pt x="5002834" y="330"/>
                  </a:lnTo>
                  <a:lnTo>
                    <a:pt x="4999431" y="0"/>
                  </a:lnTo>
                  <a:close/>
                </a:path>
              </a:pathLst>
            </a:custGeom>
            <a:solidFill>
              <a:srgbClr val="1A2D7A"/>
            </a:solidFill>
          </p:spPr>
          <p:txBody>
            <a:bodyPr wrap="square" lIns="0" tIns="0" rIns="0" bIns="0" rtlCol="0"/>
            <a:lstStyle/>
            <a:p>
              <a:endParaRPr/>
            </a:p>
          </p:txBody>
        </p:sp>
        <p:sp>
          <p:nvSpPr>
            <p:cNvPr id="9" name="object 9">
              <a:extLst>
                <a:ext uri="{FF2B5EF4-FFF2-40B4-BE49-F238E27FC236}">
                  <a16:creationId xmlns:a16="http://schemas.microsoft.com/office/drawing/2014/main" id="{5917674D-BF5A-2D17-EE8C-4E1BD811BA5A}"/>
                </a:ext>
              </a:extLst>
            </p:cNvPr>
            <p:cNvSpPr/>
            <p:nvPr/>
          </p:nvSpPr>
          <p:spPr>
            <a:xfrm>
              <a:off x="5805487" y="2119312"/>
              <a:ext cx="5048250" cy="1219200"/>
            </a:xfrm>
            <a:custGeom>
              <a:avLst/>
              <a:gdLst/>
              <a:ahLst/>
              <a:cxnLst/>
              <a:rect l="l" t="t" r="r" b="b"/>
              <a:pathLst>
                <a:path w="5048250" h="1219200">
                  <a:moveTo>
                    <a:pt x="0" y="1166952"/>
                  </a:moveTo>
                  <a:lnTo>
                    <a:pt x="0" y="52247"/>
                  </a:lnTo>
                  <a:lnTo>
                    <a:pt x="0" y="48806"/>
                  </a:lnTo>
                  <a:lnTo>
                    <a:pt x="330" y="45415"/>
                  </a:lnTo>
                  <a:lnTo>
                    <a:pt x="1003" y="42049"/>
                  </a:lnTo>
                  <a:lnTo>
                    <a:pt x="1676" y="38684"/>
                  </a:lnTo>
                  <a:lnTo>
                    <a:pt x="2667" y="35420"/>
                  </a:lnTo>
                  <a:lnTo>
                    <a:pt x="3975" y="32258"/>
                  </a:lnTo>
                  <a:lnTo>
                    <a:pt x="5283" y="29083"/>
                  </a:lnTo>
                  <a:lnTo>
                    <a:pt x="6896" y="26073"/>
                  </a:lnTo>
                  <a:lnTo>
                    <a:pt x="38684" y="1676"/>
                  </a:lnTo>
                  <a:lnTo>
                    <a:pt x="48818" y="0"/>
                  </a:lnTo>
                  <a:lnTo>
                    <a:pt x="52247" y="0"/>
                  </a:lnTo>
                  <a:lnTo>
                    <a:pt x="4996002" y="0"/>
                  </a:lnTo>
                  <a:lnTo>
                    <a:pt x="4999431" y="0"/>
                  </a:lnTo>
                  <a:lnTo>
                    <a:pt x="5002834" y="330"/>
                  </a:lnTo>
                  <a:lnTo>
                    <a:pt x="5006200" y="1003"/>
                  </a:lnTo>
                  <a:lnTo>
                    <a:pt x="5009565" y="1676"/>
                  </a:lnTo>
                  <a:lnTo>
                    <a:pt x="5032946" y="15303"/>
                  </a:lnTo>
                  <a:lnTo>
                    <a:pt x="5035372" y="17729"/>
                  </a:lnTo>
                  <a:lnTo>
                    <a:pt x="5048250" y="48806"/>
                  </a:lnTo>
                  <a:lnTo>
                    <a:pt x="5048250" y="52247"/>
                  </a:lnTo>
                  <a:lnTo>
                    <a:pt x="5048250" y="1166952"/>
                  </a:lnTo>
                  <a:lnTo>
                    <a:pt x="5048250" y="1170381"/>
                  </a:lnTo>
                  <a:lnTo>
                    <a:pt x="5047907" y="1173784"/>
                  </a:lnTo>
                  <a:lnTo>
                    <a:pt x="5032946" y="1203896"/>
                  </a:lnTo>
                  <a:lnTo>
                    <a:pt x="5030520" y="1206322"/>
                  </a:lnTo>
                  <a:lnTo>
                    <a:pt x="5027879" y="1208493"/>
                  </a:lnTo>
                  <a:lnTo>
                    <a:pt x="5025021" y="1210398"/>
                  </a:lnTo>
                  <a:lnTo>
                    <a:pt x="5022176" y="1212303"/>
                  </a:lnTo>
                  <a:lnTo>
                    <a:pt x="5006200" y="1218196"/>
                  </a:lnTo>
                  <a:lnTo>
                    <a:pt x="5002834" y="1218869"/>
                  </a:lnTo>
                  <a:lnTo>
                    <a:pt x="4999431" y="1219200"/>
                  </a:lnTo>
                  <a:lnTo>
                    <a:pt x="4996002" y="1219200"/>
                  </a:lnTo>
                  <a:lnTo>
                    <a:pt x="52247" y="1219200"/>
                  </a:lnTo>
                  <a:lnTo>
                    <a:pt x="48818" y="1219200"/>
                  </a:lnTo>
                  <a:lnTo>
                    <a:pt x="45415" y="1218869"/>
                  </a:lnTo>
                  <a:lnTo>
                    <a:pt x="15303" y="1203896"/>
                  </a:lnTo>
                  <a:lnTo>
                    <a:pt x="12877" y="1201470"/>
                  </a:lnTo>
                  <a:lnTo>
                    <a:pt x="1003" y="1177150"/>
                  </a:lnTo>
                  <a:lnTo>
                    <a:pt x="330" y="1173784"/>
                  </a:lnTo>
                  <a:lnTo>
                    <a:pt x="0" y="1170381"/>
                  </a:lnTo>
                  <a:lnTo>
                    <a:pt x="0" y="1166952"/>
                  </a:lnTo>
                  <a:close/>
                </a:path>
              </a:pathLst>
            </a:custGeom>
            <a:ln w="9525">
              <a:solidFill>
                <a:srgbClr val="324592"/>
              </a:solidFill>
            </a:ln>
          </p:spPr>
          <p:txBody>
            <a:bodyPr wrap="square" lIns="0" tIns="0" rIns="0" bIns="0" rtlCol="0"/>
            <a:lstStyle/>
            <a:p>
              <a:endParaRPr/>
            </a:p>
          </p:txBody>
        </p:sp>
      </p:grpSp>
      <p:sp>
        <p:nvSpPr>
          <p:cNvPr id="10" name="object 10">
            <a:extLst>
              <a:ext uri="{FF2B5EF4-FFF2-40B4-BE49-F238E27FC236}">
                <a16:creationId xmlns:a16="http://schemas.microsoft.com/office/drawing/2014/main" id="{2915BEF7-010A-FBD9-4191-72A760CB3172}"/>
              </a:ext>
            </a:extLst>
          </p:cNvPr>
          <p:cNvSpPr txBox="1"/>
          <p:nvPr/>
        </p:nvSpPr>
        <p:spPr>
          <a:xfrm>
            <a:off x="5810105" y="1225293"/>
            <a:ext cx="4650105" cy="872490"/>
          </a:xfrm>
          <a:prstGeom prst="rect">
            <a:avLst/>
          </a:prstGeom>
        </p:spPr>
        <p:txBody>
          <a:bodyPr vert="horz" wrap="square" lIns="0" tIns="17145" rIns="0" bIns="0" rtlCol="0">
            <a:spAutoFit/>
          </a:bodyPr>
          <a:lstStyle/>
          <a:p>
            <a:pPr marL="12700">
              <a:lnSpc>
                <a:spcPct val="100000"/>
              </a:lnSpc>
              <a:spcBef>
                <a:spcPts val="135"/>
              </a:spcBef>
            </a:pPr>
            <a:r>
              <a:rPr sz="1650" b="1" dirty="0">
                <a:solidFill>
                  <a:srgbClr val="FFFFFF"/>
                </a:solidFill>
                <a:latin typeface="Tahoma"/>
                <a:cs typeface="Tahoma"/>
              </a:rPr>
              <a:t>High</a:t>
            </a:r>
            <a:r>
              <a:rPr sz="1650" b="1" spc="160" dirty="0">
                <a:solidFill>
                  <a:srgbClr val="FFFFFF"/>
                </a:solidFill>
                <a:latin typeface="Tahoma"/>
                <a:cs typeface="Tahoma"/>
              </a:rPr>
              <a:t> </a:t>
            </a:r>
            <a:r>
              <a:rPr sz="1650" b="1" spc="-10" dirty="0">
                <a:solidFill>
                  <a:srgbClr val="FFFFFF"/>
                </a:solidFill>
                <a:latin typeface="Tahoma"/>
                <a:cs typeface="Tahoma"/>
              </a:rPr>
              <a:t>Costs</a:t>
            </a:r>
            <a:endParaRPr sz="1650">
              <a:latin typeface="Tahoma"/>
              <a:cs typeface="Tahoma"/>
            </a:endParaRPr>
          </a:p>
          <a:p>
            <a:pPr marL="12700" marR="5080">
              <a:lnSpc>
                <a:spcPct val="135000"/>
              </a:lnSpc>
              <a:spcBef>
                <a:spcPts val="595"/>
              </a:spcBef>
            </a:pPr>
            <a:r>
              <a:rPr sz="1250" dirty="0">
                <a:solidFill>
                  <a:srgbClr val="FFFFFF"/>
                </a:solidFill>
                <a:latin typeface="Verdana"/>
                <a:cs typeface="Verdana"/>
              </a:rPr>
              <a:t>Legal</a:t>
            </a:r>
            <a:r>
              <a:rPr sz="1250" spc="25" dirty="0">
                <a:solidFill>
                  <a:srgbClr val="FFFFFF"/>
                </a:solidFill>
                <a:latin typeface="Verdana"/>
                <a:cs typeface="Verdana"/>
              </a:rPr>
              <a:t> </a:t>
            </a:r>
            <a:r>
              <a:rPr sz="1250" dirty="0">
                <a:solidFill>
                  <a:srgbClr val="FFFFFF"/>
                </a:solidFill>
                <a:latin typeface="Verdana"/>
                <a:cs typeface="Verdana"/>
              </a:rPr>
              <a:t>consultations</a:t>
            </a:r>
            <a:r>
              <a:rPr sz="1250" spc="25" dirty="0">
                <a:solidFill>
                  <a:srgbClr val="FFFFFF"/>
                </a:solidFill>
                <a:latin typeface="Verdana"/>
                <a:cs typeface="Verdana"/>
              </a:rPr>
              <a:t> </a:t>
            </a:r>
            <a:r>
              <a:rPr sz="1250" spc="-10" dirty="0">
                <a:solidFill>
                  <a:srgbClr val="FFFFFF"/>
                </a:solidFill>
                <a:latin typeface="Verdana"/>
                <a:cs typeface="Verdana"/>
              </a:rPr>
              <a:t>are</a:t>
            </a:r>
            <a:r>
              <a:rPr sz="1250" spc="25" dirty="0">
                <a:solidFill>
                  <a:srgbClr val="FFFFFF"/>
                </a:solidFill>
                <a:latin typeface="Verdana"/>
                <a:cs typeface="Verdana"/>
              </a:rPr>
              <a:t> </a:t>
            </a:r>
            <a:r>
              <a:rPr sz="1250" dirty="0">
                <a:solidFill>
                  <a:srgbClr val="FFFFFF"/>
                </a:solidFill>
                <a:latin typeface="Verdana"/>
                <a:cs typeface="Verdana"/>
              </a:rPr>
              <a:t>often</a:t>
            </a:r>
            <a:r>
              <a:rPr sz="1250" spc="25" dirty="0">
                <a:solidFill>
                  <a:srgbClr val="FFFFFF"/>
                </a:solidFill>
                <a:latin typeface="Verdana"/>
                <a:cs typeface="Verdana"/>
              </a:rPr>
              <a:t> </a:t>
            </a:r>
            <a:r>
              <a:rPr sz="1250" dirty="0">
                <a:solidFill>
                  <a:srgbClr val="FFFFFF"/>
                </a:solidFill>
                <a:latin typeface="Verdana"/>
                <a:cs typeface="Verdana"/>
              </a:rPr>
              <a:t>expensive</a:t>
            </a:r>
            <a:r>
              <a:rPr sz="1250" spc="25" dirty="0">
                <a:solidFill>
                  <a:srgbClr val="FFFFFF"/>
                </a:solidFill>
                <a:latin typeface="Verdana"/>
                <a:cs typeface="Verdana"/>
              </a:rPr>
              <a:t> </a:t>
            </a:r>
            <a:r>
              <a:rPr sz="1250" dirty="0">
                <a:solidFill>
                  <a:srgbClr val="FFFFFF"/>
                </a:solidFill>
                <a:latin typeface="Verdana"/>
                <a:cs typeface="Verdana"/>
              </a:rPr>
              <a:t>and</a:t>
            </a:r>
            <a:r>
              <a:rPr sz="1250" spc="25" dirty="0">
                <a:solidFill>
                  <a:srgbClr val="FFFFFF"/>
                </a:solidFill>
                <a:latin typeface="Verdana"/>
                <a:cs typeface="Verdana"/>
              </a:rPr>
              <a:t> </a:t>
            </a:r>
            <a:r>
              <a:rPr sz="1250" spc="-10" dirty="0">
                <a:solidFill>
                  <a:srgbClr val="FFFFFF"/>
                </a:solidFill>
                <a:latin typeface="Verdana"/>
                <a:cs typeface="Verdana"/>
              </a:rPr>
              <a:t>inaccessible </a:t>
            </a:r>
            <a:r>
              <a:rPr sz="1250" spc="65" dirty="0">
                <a:solidFill>
                  <a:srgbClr val="FFFFFF"/>
                </a:solidFill>
                <a:latin typeface="Verdana"/>
                <a:cs typeface="Verdana"/>
              </a:rPr>
              <a:t>to</a:t>
            </a:r>
            <a:r>
              <a:rPr sz="1250" spc="-145" dirty="0">
                <a:solidFill>
                  <a:srgbClr val="FFFFFF"/>
                </a:solidFill>
                <a:latin typeface="Verdana"/>
                <a:cs typeface="Verdana"/>
              </a:rPr>
              <a:t> </a:t>
            </a:r>
            <a:r>
              <a:rPr sz="1250" spc="-20" dirty="0">
                <a:solidFill>
                  <a:srgbClr val="FFFFFF"/>
                </a:solidFill>
                <a:latin typeface="Verdana"/>
                <a:cs typeface="Verdana"/>
              </a:rPr>
              <a:t>many</a:t>
            </a:r>
            <a:endParaRPr sz="1250">
              <a:latin typeface="Verdana"/>
              <a:cs typeface="Verdana"/>
            </a:endParaRPr>
          </a:p>
        </p:txBody>
      </p:sp>
      <p:grpSp>
        <p:nvGrpSpPr>
          <p:cNvPr id="11" name="object 11">
            <a:extLst>
              <a:ext uri="{FF2B5EF4-FFF2-40B4-BE49-F238E27FC236}">
                <a16:creationId xmlns:a16="http://schemas.microsoft.com/office/drawing/2014/main" id="{A94DB8A6-EECE-2A4F-E114-AFCA13E11135}"/>
              </a:ext>
            </a:extLst>
          </p:cNvPr>
          <p:cNvGrpSpPr/>
          <p:nvPr/>
        </p:nvGrpSpPr>
        <p:grpSpPr>
          <a:xfrm>
            <a:off x="471525" y="2514919"/>
            <a:ext cx="5057775" cy="1238250"/>
            <a:chOff x="571500" y="3505200"/>
            <a:chExt cx="5057775" cy="1238250"/>
          </a:xfrm>
        </p:grpSpPr>
        <p:sp>
          <p:nvSpPr>
            <p:cNvPr id="12" name="object 12">
              <a:extLst>
                <a:ext uri="{FF2B5EF4-FFF2-40B4-BE49-F238E27FC236}">
                  <a16:creationId xmlns:a16="http://schemas.microsoft.com/office/drawing/2014/main" id="{39A3680B-2498-38D8-BE58-E7E4A4B52AE9}"/>
                </a:ext>
              </a:extLst>
            </p:cNvPr>
            <p:cNvSpPr/>
            <p:nvPr/>
          </p:nvSpPr>
          <p:spPr>
            <a:xfrm>
              <a:off x="576262" y="3509962"/>
              <a:ext cx="5048250" cy="1228725"/>
            </a:xfrm>
            <a:custGeom>
              <a:avLst/>
              <a:gdLst/>
              <a:ahLst/>
              <a:cxnLst/>
              <a:rect l="l" t="t" r="r" b="b"/>
              <a:pathLst>
                <a:path w="5048250" h="1228725">
                  <a:moveTo>
                    <a:pt x="4999431" y="0"/>
                  </a:moveTo>
                  <a:lnTo>
                    <a:pt x="48816" y="0"/>
                  </a:lnTo>
                  <a:lnTo>
                    <a:pt x="45417" y="330"/>
                  </a:lnTo>
                  <a:lnTo>
                    <a:pt x="10711" y="20370"/>
                  </a:lnTo>
                  <a:lnTo>
                    <a:pt x="0" y="48806"/>
                  </a:lnTo>
                  <a:lnTo>
                    <a:pt x="0" y="1176477"/>
                  </a:lnTo>
                  <a:lnTo>
                    <a:pt x="0" y="1179906"/>
                  </a:lnTo>
                  <a:lnTo>
                    <a:pt x="17725" y="1215847"/>
                  </a:lnTo>
                  <a:lnTo>
                    <a:pt x="48816" y="1228725"/>
                  </a:lnTo>
                  <a:lnTo>
                    <a:pt x="4999431" y="1228725"/>
                  </a:lnTo>
                  <a:lnTo>
                    <a:pt x="5035372" y="1210995"/>
                  </a:lnTo>
                  <a:lnTo>
                    <a:pt x="5048250" y="1179906"/>
                  </a:lnTo>
                  <a:lnTo>
                    <a:pt x="5048250" y="48806"/>
                  </a:lnTo>
                  <a:lnTo>
                    <a:pt x="5030520" y="12877"/>
                  </a:lnTo>
                  <a:lnTo>
                    <a:pt x="5002834" y="330"/>
                  </a:lnTo>
                  <a:lnTo>
                    <a:pt x="4999431" y="0"/>
                  </a:lnTo>
                  <a:close/>
                </a:path>
              </a:pathLst>
            </a:custGeom>
            <a:solidFill>
              <a:srgbClr val="1A2D7A"/>
            </a:solidFill>
          </p:spPr>
          <p:txBody>
            <a:bodyPr wrap="square" lIns="0" tIns="0" rIns="0" bIns="0" rtlCol="0"/>
            <a:lstStyle/>
            <a:p>
              <a:endParaRPr/>
            </a:p>
          </p:txBody>
        </p:sp>
        <p:sp>
          <p:nvSpPr>
            <p:cNvPr id="13" name="object 13">
              <a:extLst>
                <a:ext uri="{FF2B5EF4-FFF2-40B4-BE49-F238E27FC236}">
                  <a16:creationId xmlns:a16="http://schemas.microsoft.com/office/drawing/2014/main" id="{F2FEC5DB-1C48-5044-20BC-CBC372100404}"/>
                </a:ext>
              </a:extLst>
            </p:cNvPr>
            <p:cNvSpPr/>
            <p:nvPr/>
          </p:nvSpPr>
          <p:spPr>
            <a:xfrm>
              <a:off x="576262" y="3509962"/>
              <a:ext cx="5048250" cy="1228725"/>
            </a:xfrm>
            <a:custGeom>
              <a:avLst/>
              <a:gdLst/>
              <a:ahLst/>
              <a:cxnLst/>
              <a:rect l="l" t="t" r="r" b="b"/>
              <a:pathLst>
                <a:path w="5048250" h="1228725">
                  <a:moveTo>
                    <a:pt x="0" y="1176477"/>
                  </a:moveTo>
                  <a:lnTo>
                    <a:pt x="0" y="52247"/>
                  </a:lnTo>
                  <a:lnTo>
                    <a:pt x="0" y="48806"/>
                  </a:lnTo>
                  <a:lnTo>
                    <a:pt x="332" y="45415"/>
                  </a:lnTo>
                  <a:lnTo>
                    <a:pt x="1002" y="42049"/>
                  </a:lnTo>
                  <a:lnTo>
                    <a:pt x="1671" y="38684"/>
                  </a:lnTo>
                  <a:lnTo>
                    <a:pt x="2664" y="35420"/>
                  </a:lnTo>
                  <a:lnTo>
                    <a:pt x="3978" y="32258"/>
                  </a:lnTo>
                  <a:lnTo>
                    <a:pt x="5288" y="29083"/>
                  </a:lnTo>
                  <a:lnTo>
                    <a:pt x="15304" y="15303"/>
                  </a:lnTo>
                  <a:lnTo>
                    <a:pt x="17725" y="12877"/>
                  </a:lnTo>
                  <a:lnTo>
                    <a:pt x="20364" y="10706"/>
                  </a:lnTo>
                  <a:lnTo>
                    <a:pt x="23216" y="8801"/>
                  </a:lnTo>
                  <a:lnTo>
                    <a:pt x="26069" y="6896"/>
                  </a:lnTo>
                  <a:lnTo>
                    <a:pt x="29080" y="5283"/>
                  </a:lnTo>
                  <a:lnTo>
                    <a:pt x="32251" y="3975"/>
                  </a:lnTo>
                  <a:lnTo>
                    <a:pt x="35421" y="2667"/>
                  </a:lnTo>
                  <a:lnTo>
                    <a:pt x="38685" y="1676"/>
                  </a:lnTo>
                  <a:lnTo>
                    <a:pt x="42053" y="1003"/>
                  </a:lnTo>
                  <a:lnTo>
                    <a:pt x="45417" y="330"/>
                  </a:lnTo>
                  <a:lnTo>
                    <a:pt x="48816" y="0"/>
                  </a:lnTo>
                  <a:lnTo>
                    <a:pt x="52243" y="0"/>
                  </a:lnTo>
                  <a:lnTo>
                    <a:pt x="4996002" y="0"/>
                  </a:lnTo>
                  <a:lnTo>
                    <a:pt x="4999431" y="0"/>
                  </a:lnTo>
                  <a:lnTo>
                    <a:pt x="5002834" y="330"/>
                  </a:lnTo>
                  <a:lnTo>
                    <a:pt x="5006200" y="1003"/>
                  </a:lnTo>
                  <a:lnTo>
                    <a:pt x="5009565" y="1676"/>
                  </a:lnTo>
                  <a:lnTo>
                    <a:pt x="5025021" y="8801"/>
                  </a:lnTo>
                  <a:lnTo>
                    <a:pt x="5027879" y="10706"/>
                  </a:lnTo>
                  <a:lnTo>
                    <a:pt x="5044274" y="32258"/>
                  </a:lnTo>
                  <a:lnTo>
                    <a:pt x="5045583" y="35420"/>
                  </a:lnTo>
                  <a:lnTo>
                    <a:pt x="5046573" y="38684"/>
                  </a:lnTo>
                  <a:lnTo>
                    <a:pt x="5047246" y="42049"/>
                  </a:lnTo>
                  <a:lnTo>
                    <a:pt x="5047907" y="45415"/>
                  </a:lnTo>
                  <a:lnTo>
                    <a:pt x="5048250" y="48806"/>
                  </a:lnTo>
                  <a:lnTo>
                    <a:pt x="5048250" y="52247"/>
                  </a:lnTo>
                  <a:lnTo>
                    <a:pt x="5048250" y="1176477"/>
                  </a:lnTo>
                  <a:lnTo>
                    <a:pt x="5048250" y="1179906"/>
                  </a:lnTo>
                  <a:lnTo>
                    <a:pt x="5047907" y="1183309"/>
                  </a:lnTo>
                  <a:lnTo>
                    <a:pt x="5032946" y="1213421"/>
                  </a:lnTo>
                  <a:lnTo>
                    <a:pt x="5030520" y="1215847"/>
                  </a:lnTo>
                  <a:lnTo>
                    <a:pt x="4999431" y="1228725"/>
                  </a:lnTo>
                  <a:lnTo>
                    <a:pt x="4996002" y="1228725"/>
                  </a:lnTo>
                  <a:lnTo>
                    <a:pt x="52243" y="1228725"/>
                  </a:lnTo>
                  <a:lnTo>
                    <a:pt x="48816" y="1228725"/>
                  </a:lnTo>
                  <a:lnTo>
                    <a:pt x="45417" y="1228394"/>
                  </a:lnTo>
                  <a:lnTo>
                    <a:pt x="42053" y="1227721"/>
                  </a:lnTo>
                  <a:lnTo>
                    <a:pt x="38685" y="1227048"/>
                  </a:lnTo>
                  <a:lnTo>
                    <a:pt x="23216" y="1219923"/>
                  </a:lnTo>
                  <a:lnTo>
                    <a:pt x="20364" y="1218018"/>
                  </a:lnTo>
                  <a:lnTo>
                    <a:pt x="17725" y="1215847"/>
                  </a:lnTo>
                  <a:lnTo>
                    <a:pt x="15304" y="1213421"/>
                  </a:lnTo>
                  <a:lnTo>
                    <a:pt x="12879" y="1210995"/>
                  </a:lnTo>
                  <a:lnTo>
                    <a:pt x="0" y="1179906"/>
                  </a:lnTo>
                  <a:lnTo>
                    <a:pt x="0" y="1176477"/>
                  </a:lnTo>
                  <a:close/>
                </a:path>
              </a:pathLst>
            </a:custGeom>
            <a:ln w="9525">
              <a:solidFill>
                <a:srgbClr val="324592"/>
              </a:solidFill>
            </a:ln>
          </p:spPr>
          <p:txBody>
            <a:bodyPr wrap="square" lIns="0" tIns="0" rIns="0" bIns="0" rtlCol="0"/>
            <a:lstStyle/>
            <a:p>
              <a:endParaRPr/>
            </a:p>
          </p:txBody>
        </p:sp>
      </p:grpSp>
      <p:sp>
        <p:nvSpPr>
          <p:cNvPr id="14" name="object 14">
            <a:extLst>
              <a:ext uri="{FF2B5EF4-FFF2-40B4-BE49-F238E27FC236}">
                <a16:creationId xmlns:a16="http://schemas.microsoft.com/office/drawing/2014/main" id="{1A32F712-31D6-3226-C179-5083CEB33887}"/>
              </a:ext>
            </a:extLst>
          </p:cNvPr>
          <p:cNvSpPr txBox="1"/>
          <p:nvPr/>
        </p:nvSpPr>
        <p:spPr>
          <a:xfrm>
            <a:off x="645683" y="2702560"/>
            <a:ext cx="4531995" cy="862965"/>
          </a:xfrm>
          <a:prstGeom prst="rect">
            <a:avLst/>
          </a:prstGeom>
        </p:spPr>
        <p:txBody>
          <a:bodyPr vert="horz" wrap="square" lIns="0" tIns="17145" rIns="0" bIns="0" rtlCol="0">
            <a:spAutoFit/>
          </a:bodyPr>
          <a:lstStyle/>
          <a:p>
            <a:pPr marL="12700">
              <a:lnSpc>
                <a:spcPct val="100000"/>
              </a:lnSpc>
              <a:spcBef>
                <a:spcPts val="135"/>
              </a:spcBef>
            </a:pPr>
            <a:r>
              <a:rPr sz="1650" b="1" dirty="0">
                <a:solidFill>
                  <a:srgbClr val="FFFFFF"/>
                </a:solidFill>
                <a:latin typeface="Tahoma"/>
                <a:cs typeface="Tahoma"/>
              </a:rPr>
              <a:t>Time-</a:t>
            </a:r>
            <a:r>
              <a:rPr sz="1650" b="1" spc="55" dirty="0">
                <a:solidFill>
                  <a:srgbClr val="FFFFFF"/>
                </a:solidFill>
                <a:latin typeface="Tahoma"/>
                <a:cs typeface="Tahoma"/>
              </a:rPr>
              <a:t>Consuming</a:t>
            </a:r>
            <a:r>
              <a:rPr sz="1650" b="1" spc="110" dirty="0">
                <a:solidFill>
                  <a:srgbClr val="FFFFFF"/>
                </a:solidFill>
                <a:latin typeface="Tahoma"/>
                <a:cs typeface="Tahoma"/>
              </a:rPr>
              <a:t> </a:t>
            </a:r>
            <a:r>
              <a:rPr sz="1650" b="1" spc="-10" dirty="0">
                <a:solidFill>
                  <a:srgbClr val="FFFFFF"/>
                </a:solidFill>
                <a:latin typeface="Tahoma"/>
                <a:cs typeface="Tahoma"/>
              </a:rPr>
              <a:t>Processes</a:t>
            </a:r>
            <a:endParaRPr sz="1650" dirty="0">
              <a:latin typeface="Tahoma"/>
              <a:cs typeface="Tahoma"/>
            </a:endParaRPr>
          </a:p>
          <a:p>
            <a:pPr marL="12700" marR="5080">
              <a:lnSpc>
                <a:spcPct val="135000"/>
              </a:lnSpc>
              <a:spcBef>
                <a:spcPts val="520"/>
              </a:spcBef>
            </a:pPr>
            <a:r>
              <a:rPr sz="1250" dirty="0">
                <a:solidFill>
                  <a:srgbClr val="FFFFFF"/>
                </a:solidFill>
                <a:latin typeface="Verdana"/>
                <a:cs typeface="Verdana"/>
              </a:rPr>
              <a:t>Finding</a:t>
            </a:r>
            <a:r>
              <a:rPr sz="1250" spc="-30" dirty="0">
                <a:solidFill>
                  <a:srgbClr val="FFFFFF"/>
                </a:solidFill>
                <a:latin typeface="Verdana"/>
                <a:cs typeface="Verdana"/>
              </a:rPr>
              <a:t> </a:t>
            </a:r>
            <a:r>
              <a:rPr sz="1250" dirty="0">
                <a:solidFill>
                  <a:srgbClr val="FFFFFF"/>
                </a:solidFill>
                <a:latin typeface="Verdana"/>
                <a:cs typeface="Verdana"/>
              </a:rPr>
              <a:t>legal</a:t>
            </a:r>
            <a:r>
              <a:rPr sz="1250" spc="-30" dirty="0">
                <a:solidFill>
                  <a:srgbClr val="FFFFFF"/>
                </a:solidFill>
                <a:latin typeface="Verdana"/>
                <a:cs typeface="Verdana"/>
              </a:rPr>
              <a:t> </a:t>
            </a:r>
            <a:r>
              <a:rPr sz="1250" dirty="0">
                <a:solidFill>
                  <a:srgbClr val="FFFFFF"/>
                </a:solidFill>
                <a:latin typeface="Verdana"/>
                <a:cs typeface="Verdana"/>
              </a:rPr>
              <a:t>help</a:t>
            </a:r>
            <a:r>
              <a:rPr sz="1250" spc="-30" dirty="0">
                <a:solidFill>
                  <a:srgbClr val="FFFFFF"/>
                </a:solidFill>
                <a:latin typeface="Verdana"/>
                <a:cs typeface="Verdana"/>
              </a:rPr>
              <a:t> </a:t>
            </a:r>
            <a:r>
              <a:rPr sz="1250" dirty="0">
                <a:solidFill>
                  <a:srgbClr val="FFFFFF"/>
                </a:solidFill>
                <a:latin typeface="Verdana"/>
                <a:cs typeface="Verdana"/>
              </a:rPr>
              <a:t>and</a:t>
            </a:r>
            <a:r>
              <a:rPr sz="1250" spc="-25" dirty="0">
                <a:solidFill>
                  <a:srgbClr val="FFFFFF"/>
                </a:solidFill>
                <a:latin typeface="Verdana"/>
                <a:cs typeface="Verdana"/>
              </a:rPr>
              <a:t> </a:t>
            </a:r>
            <a:r>
              <a:rPr sz="1250" dirty="0">
                <a:solidFill>
                  <a:srgbClr val="FFFFFF"/>
                </a:solidFill>
                <a:latin typeface="Verdana"/>
                <a:cs typeface="Verdana"/>
              </a:rPr>
              <a:t>drafting</a:t>
            </a:r>
            <a:r>
              <a:rPr sz="1250" spc="-30" dirty="0">
                <a:solidFill>
                  <a:srgbClr val="FFFFFF"/>
                </a:solidFill>
                <a:latin typeface="Verdana"/>
                <a:cs typeface="Verdana"/>
              </a:rPr>
              <a:t> </a:t>
            </a:r>
            <a:r>
              <a:rPr sz="1250" spc="45" dirty="0">
                <a:solidFill>
                  <a:srgbClr val="FFFFFF"/>
                </a:solidFill>
                <a:latin typeface="Verdana"/>
                <a:cs typeface="Verdana"/>
              </a:rPr>
              <a:t>documents</a:t>
            </a:r>
            <a:r>
              <a:rPr sz="1250" spc="-30" dirty="0">
                <a:solidFill>
                  <a:srgbClr val="FFFFFF"/>
                </a:solidFill>
                <a:latin typeface="Verdana"/>
                <a:cs typeface="Verdana"/>
              </a:rPr>
              <a:t> </a:t>
            </a:r>
            <a:r>
              <a:rPr sz="1250" dirty="0">
                <a:solidFill>
                  <a:srgbClr val="FFFFFF"/>
                </a:solidFill>
                <a:latin typeface="Verdana"/>
                <a:cs typeface="Verdana"/>
              </a:rPr>
              <a:t>takes</a:t>
            </a:r>
            <a:r>
              <a:rPr sz="1250" spc="-30" dirty="0">
                <a:solidFill>
                  <a:srgbClr val="FFFFFF"/>
                </a:solidFill>
                <a:latin typeface="Verdana"/>
                <a:cs typeface="Verdana"/>
              </a:rPr>
              <a:t> </a:t>
            </a:r>
            <a:r>
              <a:rPr sz="1250" spc="-10" dirty="0">
                <a:solidFill>
                  <a:srgbClr val="FFFFFF"/>
                </a:solidFill>
                <a:latin typeface="Verdana"/>
                <a:cs typeface="Verdana"/>
              </a:rPr>
              <a:t>far</a:t>
            </a:r>
            <a:r>
              <a:rPr sz="1250" spc="-25" dirty="0">
                <a:solidFill>
                  <a:srgbClr val="FFFFFF"/>
                </a:solidFill>
                <a:latin typeface="Verdana"/>
                <a:cs typeface="Verdana"/>
              </a:rPr>
              <a:t> </a:t>
            </a:r>
            <a:r>
              <a:rPr sz="1250" spc="45" dirty="0">
                <a:solidFill>
                  <a:srgbClr val="FFFFFF"/>
                </a:solidFill>
                <a:latin typeface="Verdana"/>
                <a:cs typeface="Verdana"/>
              </a:rPr>
              <a:t>too </a:t>
            </a:r>
            <a:r>
              <a:rPr sz="1250" spc="-20" dirty="0">
                <a:solidFill>
                  <a:srgbClr val="FFFFFF"/>
                </a:solidFill>
                <a:latin typeface="Verdana"/>
                <a:cs typeface="Verdana"/>
              </a:rPr>
              <a:t>long</a:t>
            </a:r>
            <a:endParaRPr sz="1250" dirty="0">
              <a:latin typeface="Verdana"/>
              <a:cs typeface="Verdana"/>
            </a:endParaRPr>
          </a:p>
        </p:txBody>
      </p:sp>
      <p:grpSp>
        <p:nvGrpSpPr>
          <p:cNvPr id="15" name="object 15">
            <a:extLst>
              <a:ext uri="{FF2B5EF4-FFF2-40B4-BE49-F238E27FC236}">
                <a16:creationId xmlns:a16="http://schemas.microsoft.com/office/drawing/2014/main" id="{93373869-93CC-A6DB-3AB6-DCE4B9AA8AF3}"/>
              </a:ext>
            </a:extLst>
          </p:cNvPr>
          <p:cNvGrpSpPr/>
          <p:nvPr/>
        </p:nvGrpSpPr>
        <p:grpSpPr>
          <a:xfrm>
            <a:off x="5715000" y="2492780"/>
            <a:ext cx="5057775" cy="1238250"/>
            <a:chOff x="5800725" y="3505200"/>
            <a:chExt cx="5057775" cy="1238250"/>
          </a:xfrm>
        </p:grpSpPr>
        <p:sp>
          <p:nvSpPr>
            <p:cNvPr id="16" name="object 16">
              <a:extLst>
                <a:ext uri="{FF2B5EF4-FFF2-40B4-BE49-F238E27FC236}">
                  <a16:creationId xmlns:a16="http://schemas.microsoft.com/office/drawing/2014/main" id="{DAB11A5E-EEA2-E9A5-C336-C826E7E5A422}"/>
                </a:ext>
              </a:extLst>
            </p:cNvPr>
            <p:cNvSpPr/>
            <p:nvPr/>
          </p:nvSpPr>
          <p:spPr>
            <a:xfrm>
              <a:off x="5805487" y="3509962"/>
              <a:ext cx="5048250" cy="1228725"/>
            </a:xfrm>
            <a:custGeom>
              <a:avLst/>
              <a:gdLst/>
              <a:ahLst/>
              <a:cxnLst/>
              <a:rect l="l" t="t" r="r" b="b"/>
              <a:pathLst>
                <a:path w="5048250" h="1228725">
                  <a:moveTo>
                    <a:pt x="4999431" y="0"/>
                  </a:moveTo>
                  <a:lnTo>
                    <a:pt x="48818" y="0"/>
                  </a:lnTo>
                  <a:lnTo>
                    <a:pt x="45415" y="330"/>
                  </a:lnTo>
                  <a:lnTo>
                    <a:pt x="10706" y="20370"/>
                  </a:lnTo>
                  <a:lnTo>
                    <a:pt x="0" y="48806"/>
                  </a:lnTo>
                  <a:lnTo>
                    <a:pt x="0" y="1176477"/>
                  </a:lnTo>
                  <a:lnTo>
                    <a:pt x="0" y="1179906"/>
                  </a:lnTo>
                  <a:lnTo>
                    <a:pt x="17729" y="1215847"/>
                  </a:lnTo>
                  <a:lnTo>
                    <a:pt x="48818" y="1228725"/>
                  </a:lnTo>
                  <a:lnTo>
                    <a:pt x="4999431" y="1228725"/>
                  </a:lnTo>
                  <a:lnTo>
                    <a:pt x="5035372" y="1210995"/>
                  </a:lnTo>
                  <a:lnTo>
                    <a:pt x="5048250" y="1179906"/>
                  </a:lnTo>
                  <a:lnTo>
                    <a:pt x="5048250" y="48806"/>
                  </a:lnTo>
                  <a:lnTo>
                    <a:pt x="5030520" y="12877"/>
                  </a:lnTo>
                  <a:lnTo>
                    <a:pt x="5002834" y="330"/>
                  </a:lnTo>
                  <a:lnTo>
                    <a:pt x="4999431" y="0"/>
                  </a:lnTo>
                  <a:close/>
                </a:path>
              </a:pathLst>
            </a:custGeom>
            <a:solidFill>
              <a:srgbClr val="1A2D7A"/>
            </a:solidFill>
          </p:spPr>
          <p:txBody>
            <a:bodyPr wrap="square" lIns="0" tIns="0" rIns="0" bIns="0" rtlCol="0"/>
            <a:lstStyle/>
            <a:p>
              <a:endParaRPr/>
            </a:p>
          </p:txBody>
        </p:sp>
        <p:sp>
          <p:nvSpPr>
            <p:cNvPr id="17" name="object 17">
              <a:extLst>
                <a:ext uri="{FF2B5EF4-FFF2-40B4-BE49-F238E27FC236}">
                  <a16:creationId xmlns:a16="http://schemas.microsoft.com/office/drawing/2014/main" id="{E6B22756-5E04-331A-0F8A-9B68F692E228}"/>
                </a:ext>
              </a:extLst>
            </p:cNvPr>
            <p:cNvSpPr/>
            <p:nvPr/>
          </p:nvSpPr>
          <p:spPr>
            <a:xfrm>
              <a:off x="5805487" y="3509962"/>
              <a:ext cx="5048250" cy="1228725"/>
            </a:xfrm>
            <a:custGeom>
              <a:avLst/>
              <a:gdLst/>
              <a:ahLst/>
              <a:cxnLst/>
              <a:rect l="l" t="t" r="r" b="b"/>
              <a:pathLst>
                <a:path w="5048250" h="1228725">
                  <a:moveTo>
                    <a:pt x="0" y="1176477"/>
                  </a:moveTo>
                  <a:lnTo>
                    <a:pt x="0" y="52247"/>
                  </a:lnTo>
                  <a:lnTo>
                    <a:pt x="0" y="48806"/>
                  </a:lnTo>
                  <a:lnTo>
                    <a:pt x="330" y="45415"/>
                  </a:lnTo>
                  <a:lnTo>
                    <a:pt x="1003" y="42049"/>
                  </a:lnTo>
                  <a:lnTo>
                    <a:pt x="1676" y="38684"/>
                  </a:lnTo>
                  <a:lnTo>
                    <a:pt x="2667" y="35420"/>
                  </a:lnTo>
                  <a:lnTo>
                    <a:pt x="3975" y="32258"/>
                  </a:lnTo>
                  <a:lnTo>
                    <a:pt x="5283" y="29083"/>
                  </a:lnTo>
                  <a:lnTo>
                    <a:pt x="35420" y="2667"/>
                  </a:lnTo>
                  <a:lnTo>
                    <a:pt x="42049" y="1003"/>
                  </a:lnTo>
                  <a:lnTo>
                    <a:pt x="45415" y="330"/>
                  </a:lnTo>
                  <a:lnTo>
                    <a:pt x="48818" y="0"/>
                  </a:lnTo>
                  <a:lnTo>
                    <a:pt x="52247" y="0"/>
                  </a:lnTo>
                  <a:lnTo>
                    <a:pt x="4996002" y="0"/>
                  </a:lnTo>
                  <a:lnTo>
                    <a:pt x="4999431" y="0"/>
                  </a:lnTo>
                  <a:lnTo>
                    <a:pt x="5002834" y="330"/>
                  </a:lnTo>
                  <a:lnTo>
                    <a:pt x="5006200" y="1003"/>
                  </a:lnTo>
                  <a:lnTo>
                    <a:pt x="5009565" y="1676"/>
                  </a:lnTo>
                  <a:lnTo>
                    <a:pt x="5032946" y="15303"/>
                  </a:lnTo>
                  <a:lnTo>
                    <a:pt x="5035372" y="17729"/>
                  </a:lnTo>
                  <a:lnTo>
                    <a:pt x="5048250" y="48806"/>
                  </a:lnTo>
                  <a:lnTo>
                    <a:pt x="5048250" y="52247"/>
                  </a:lnTo>
                  <a:lnTo>
                    <a:pt x="5048250" y="1176477"/>
                  </a:lnTo>
                  <a:lnTo>
                    <a:pt x="5048250" y="1179906"/>
                  </a:lnTo>
                  <a:lnTo>
                    <a:pt x="5047907" y="1183309"/>
                  </a:lnTo>
                  <a:lnTo>
                    <a:pt x="5032946" y="1213421"/>
                  </a:lnTo>
                  <a:lnTo>
                    <a:pt x="5030520" y="1215847"/>
                  </a:lnTo>
                  <a:lnTo>
                    <a:pt x="5027879" y="1218018"/>
                  </a:lnTo>
                  <a:lnTo>
                    <a:pt x="5025021" y="1219923"/>
                  </a:lnTo>
                  <a:lnTo>
                    <a:pt x="5022176" y="1221828"/>
                  </a:lnTo>
                  <a:lnTo>
                    <a:pt x="5006200" y="1227721"/>
                  </a:lnTo>
                  <a:lnTo>
                    <a:pt x="5002834" y="1228394"/>
                  </a:lnTo>
                  <a:lnTo>
                    <a:pt x="4999431" y="1228725"/>
                  </a:lnTo>
                  <a:lnTo>
                    <a:pt x="4996002" y="1228725"/>
                  </a:lnTo>
                  <a:lnTo>
                    <a:pt x="52247" y="1228725"/>
                  </a:lnTo>
                  <a:lnTo>
                    <a:pt x="48818" y="1228725"/>
                  </a:lnTo>
                  <a:lnTo>
                    <a:pt x="45415" y="1228394"/>
                  </a:lnTo>
                  <a:lnTo>
                    <a:pt x="15303" y="1213421"/>
                  </a:lnTo>
                  <a:lnTo>
                    <a:pt x="12877" y="1210995"/>
                  </a:lnTo>
                  <a:lnTo>
                    <a:pt x="1003" y="1186675"/>
                  </a:lnTo>
                  <a:lnTo>
                    <a:pt x="330" y="1183309"/>
                  </a:lnTo>
                  <a:lnTo>
                    <a:pt x="0" y="1179906"/>
                  </a:lnTo>
                  <a:lnTo>
                    <a:pt x="0" y="1176477"/>
                  </a:lnTo>
                  <a:close/>
                </a:path>
              </a:pathLst>
            </a:custGeom>
            <a:ln w="9525">
              <a:solidFill>
                <a:srgbClr val="324592"/>
              </a:solidFill>
            </a:ln>
          </p:spPr>
          <p:txBody>
            <a:bodyPr wrap="square" lIns="0" tIns="0" rIns="0" bIns="0" rtlCol="0"/>
            <a:lstStyle/>
            <a:p>
              <a:endParaRPr/>
            </a:p>
          </p:txBody>
        </p:sp>
      </p:grpSp>
      <p:sp>
        <p:nvSpPr>
          <p:cNvPr id="18" name="object 18">
            <a:extLst>
              <a:ext uri="{FF2B5EF4-FFF2-40B4-BE49-F238E27FC236}">
                <a16:creationId xmlns:a16="http://schemas.microsoft.com/office/drawing/2014/main" id="{A749665A-C030-4C15-D910-9A084C4B444D}"/>
              </a:ext>
            </a:extLst>
          </p:cNvPr>
          <p:cNvSpPr txBox="1"/>
          <p:nvPr/>
        </p:nvSpPr>
        <p:spPr>
          <a:xfrm>
            <a:off x="5837814" y="2627746"/>
            <a:ext cx="4343400" cy="862965"/>
          </a:xfrm>
          <a:prstGeom prst="rect">
            <a:avLst/>
          </a:prstGeom>
        </p:spPr>
        <p:txBody>
          <a:bodyPr vert="horz" wrap="square" lIns="0" tIns="17145" rIns="0" bIns="0" rtlCol="0">
            <a:spAutoFit/>
          </a:bodyPr>
          <a:lstStyle/>
          <a:p>
            <a:pPr marL="12700">
              <a:lnSpc>
                <a:spcPct val="100000"/>
              </a:lnSpc>
              <a:spcBef>
                <a:spcPts val="135"/>
              </a:spcBef>
            </a:pPr>
            <a:r>
              <a:rPr sz="1650" b="1" dirty="0">
                <a:solidFill>
                  <a:srgbClr val="FFFFFF"/>
                </a:solidFill>
                <a:latin typeface="Tahoma"/>
                <a:cs typeface="Tahoma"/>
              </a:rPr>
              <a:t>Lack</a:t>
            </a:r>
            <a:r>
              <a:rPr sz="1650" b="1" spc="50" dirty="0">
                <a:solidFill>
                  <a:srgbClr val="FFFFFF"/>
                </a:solidFill>
                <a:latin typeface="Tahoma"/>
                <a:cs typeface="Tahoma"/>
              </a:rPr>
              <a:t> </a:t>
            </a:r>
            <a:r>
              <a:rPr sz="1650" b="1" dirty="0">
                <a:solidFill>
                  <a:srgbClr val="FFFFFF"/>
                </a:solidFill>
                <a:latin typeface="Tahoma"/>
                <a:cs typeface="Tahoma"/>
              </a:rPr>
              <a:t>of</a:t>
            </a:r>
            <a:r>
              <a:rPr sz="1650" b="1" spc="45" dirty="0">
                <a:solidFill>
                  <a:srgbClr val="FFFFFF"/>
                </a:solidFill>
                <a:latin typeface="Tahoma"/>
                <a:cs typeface="Tahoma"/>
              </a:rPr>
              <a:t> </a:t>
            </a:r>
            <a:r>
              <a:rPr sz="1650" b="1" spc="-10" dirty="0">
                <a:solidFill>
                  <a:srgbClr val="FFFFFF"/>
                </a:solidFill>
                <a:latin typeface="Tahoma"/>
                <a:cs typeface="Tahoma"/>
              </a:rPr>
              <a:t>Awareness</a:t>
            </a:r>
            <a:endParaRPr sz="1650" dirty="0">
              <a:latin typeface="Tahoma"/>
              <a:cs typeface="Tahoma"/>
            </a:endParaRPr>
          </a:p>
          <a:p>
            <a:pPr marL="12700" marR="5080">
              <a:lnSpc>
                <a:spcPct val="135000"/>
              </a:lnSpc>
              <a:spcBef>
                <a:spcPts val="520"/>
              </a:spcBef>
            </a:pPr>
            <a:r>
              <a:rPr sz="1250" dirty="0">
                <a:solidFill>
                  <a:srgbClr val="FFFFFF"/>
                </a:solidFill>
                <a:latin typeface="Verdana"/>
                <a:cs typeface="Verdana"/>
              </a:rPr>
              <a:t>Many</a:t>
            </a:r>
            <a:r>
              <a:rPr sz="1250" spc="-50" dirty="0">
                <a:solidFill>
                  <a:srgbClr val="FFFFFF"/>
                </a:solidFill>
                <a:latin typeface="Verdana"/>
                <a:cs typeface="Verdana"/>
              </a:rPr>
              <a:t> </a:t>
            </a:r>
            <a:r>
              <a:rPr sz="1250" spc="55" dirty="0">
                <a:solidFill>
                  <a:srgbClr val="FFFFFF"/>
                </a:solidFill>
                <a:latin typeface="Verdana"/>
                <a:cs typeface="Verdana"/>
              </a:rPr>
              <a:t>people</a:t>
            </a:r>
            <a:r>
              <a:rPr sz="1250" spc="-50" dirty="0">
                <a:solidFill>
                  <a:srgbClr val="FFFFFF"/>
                </a:solidFill>
                <a:latin typeface="Verdana"/>
                <a:cs typeface="Verdana"/>
              </a:rPr>
              <a:t> </a:t>
            </a:r>
            <a:r>
              <a:rPr sz="1250" dirty="0">
                <a:solidFill>
                  <a:srgbClr val="FFFFFF"/>
                </a:solidFill>
                <a:latin typeface="Verdana"/>
                <a:cs typeface="Verdana"/>
              </a:rPr>
              <a:t>don't</a:t>
            </a:r>
            <a:r>
              <a:rPr sz="1250" spc="-50" dirty="0">
                <a:solidFill>
                  <a:srgbClr val="FFFFFF"/>
                </a:solidFill>
                <a:latin typeface="Verdana"/>
                <a:cs typeface="Verdana"/>
              </a:rPr>
              <a:t> </a:t>
            </a:r>
            <a:r>
              <a:rPr sz="1250" dirty="0">
                <a:solidFill>
                  <a:srgbClr val="FFFFFF"/>
                </a:solidFill>
                <a:latin typeface="Verdana"/>
                <a:cs typeface="Verdana"/>
              </a:rPr>
              <a:t>know</a:t>
            </a:r>
            <a:r>
              <a:rPr sz="1250" spc="-50" dirty="0">
                <a:solidFill>
                  <a:srgbClr val="FFFFFF"/>
                </a:solidFill>
                <a:latin typeface="Verdana"/>
                <a:cs typeface="Verdana"/>
              </a:rPr>
              <a:t> </a:t>
            </a:r>
            <a:r>
              <a:rPr sz="1250" dirty="0">
                <a:solidFill>
                  <a:srgbClr val="FFFFFF"/>
                </a:solidFill>
                <a:latin typeface="Verdana"/>
                <a:cs typeface="Verdana"/>
              </a:rPr>
              <a:t>their</a:t>
            </a:r>
            <a:r>
              <a:rPr sz="1250" spc="-45" dirty="0">
                <a:solidFill>
                  <a:srgbClr val="FFFFFF"/>
                </a:solidFill>
                <a:latin typeface="Verdana"/>
                <a:cs typeface="Verdana"/>
              </a:rPr>
              <a:t> </a:t>
            </a:r>
            <a:r>
              <a:rPr sz="1250" dirty="0">
                <a:solidFill>
                  <a:srgbClr val="FFFFFF"/>
                </a:solidFill>
                <a:latin typeface="Verdana"/>
                <a:cs typeface="Verdana"/>
              </a:rPr>
              <a:t>legal</a:t>
            </a:r>
            <a:r>
              <a:rPr sz="1250" spc="-50" dirty="0">
                <a:solidFill>
                  <a:srgbClr val="FFFFFF"/>
                </a:solidFill>
                <a:latin typeface="Verdana"/>
                <a:cs typeface="Verdana"/>
              </a:rPr>
              <a:t> </a:t>
            </a:r>
            <a:r>
              <a:rPr sz="1250" dirty="0">
                <a:solidFill>
                  <a:srgbClr val="FFFFFF"/>
                </a:solidFill>
                <a:latin typeface="Verdana"/>
                <a:cs typeface="Verdana"/>
              </a:rPr>
              <a:t>rights</a:t>
            </a:r>
            <a:r>
              <a:rPr sz="1250" spc="-50" dirty="0">
                <a:solidFill>
                  <a:srgbClr val="FFFFFF"/>
                </a:solidFill>
                <a:latin typeface="Verdana"/>
                <a:cs typeface="Verdana"/>
              </a:rPr>
              <a:t> </a:t>
            </a:r>
            <a:r>
              <a:rPr sz="1250" dirty="0">
                <a:solidFill>
                  <a:srgbClr val="FFFFFF"/>
                </a:solidFill>
                <a:latin typeface="Verdana"/>
                <a:cs typeface="Verdana"/>
              </a:rPr>
              <a:t>or</a:t>
            </a:r>
            <a:r>
              <a:rPr sz="1250" spc="-50" dirty="0">
                <a:solidFill>
                  <a:srgbClr val="FFFFFF"/>
                </a:solidFill>
                <a:latin typeface="Verdana"/>
                <a:cs typeface="Verdana"/>
              </a:rPr>
              <a:t> </a:t>
            </a:r>
            <a:r>
              <a:rPr sz="1250" spc="-10" dirty="0">
                <a:solidFill>
                  <a:srgbClr val="FFFFFF"/>
                </a:solidFill>
                <a:latin typeface="Verdana"/>
                <a:cs typeface="Verdana"/>
              </a:rPr>
              <a:t>available resources</a:t>
            </a:r>
            <a:endParaRPr sz="1250" dirty="0">
              <a:latin typeface="Verdana"/>
              <a:cs typeface="Verdana"/>
            </a:endParaRPr>
          </a:p>
        </p:txBody>
      </p:sp>
      <p:sp>
        <p:nvSpPr>
          <p:cNvPr id="19" name="object 19">
            <a:extLst>
              <a:ext uri="{FF2B5EF4-FFF2-40B4-BE49-F238E27FC236}">
                <a16:creationId xmlns:a16="http://schemas.microsoft.com/office/drawing/2014/main" id="{8B0D5695-F5D4-034D-0915-7AACC6C2A15E}"/>
              </a:ext>
            </a:extLst>
          </p:cNvPr>
          <p:cNvSpPr txBox="1"/>
          <p:nvPr/>
        </p:nvSpPr>
        <p:spPr>
          <a:xfrm>
            <a:off x="2053807" y="5432425"/>
            <a:ext cx="7258050" cy="220979"/>
          </a:xfrm>
          <a:prstGeom prst="rect">
            <a:avLst/>
          </a:prstGeom>
        </p:spPr>
        <p:txBody>
          <a:bodyPr vert="horz" wrap="square" lIns="0" tIns="16510" rIns="0" bIns="0" rtlCol="0">
            <a:spAutoFit/>
          </a:bodyPr>
          <a:lstStyle/>
          <a:p>
            <a:pPr marL="12700">
              <a:lnSpc>
                <a:spcPct val="100000"/>
              </a:lnSpc>
              <a:spcBef>
                <a:spcPts val="130"/>
              </a:spcBef>
            </a:pPr>
            <a:r>
              <a:rPr sz="1250" dirty="0">
                <a:solidFill>
                  <a:srgbClr val="3B3434"/>
                </a:solidFill>
                <a:latin typeface="Verdana"/>
                <a:cs typeface="Verdana"/>
              </a:rPr>
              <a:t>There</a:t>
            </a:r>
            <a:r>
              <a:rPr sz="1250" spc="-35" dirty="0">
                <a:solidFill>
                  <a:srgbClr val="3B3434"/>
                </a:solidFill>
                <a:latin typeface="Verdana"/>
                <a:cs typeface="Verdana"/>
              </a:rPr>
              <a:t> </a:t>
            </a:r>
            <a:r>
              <a:rPr sz="1250" dirty="0">
                <a:solidFill>
                  <a:srgbClr val="3B3434"/>
                </a:solidFill>
                <a:latin typeface="Verdana"/>
                <a:cs typeface="Verdana"/>
              </a:rPr>
              <a:t>is</a:t>
            </a:r>
            <a:r>
              <a:rPr sz="1250" spc="-35" dirty="0">
                <a:solidFill>
                  <a:srgbClr val="3B3434"/>
                </a:solidFill>
                <a:latin typeface="Verdana"/>
                <a:cs typeface="Verdana"/>
              </a:rPr>
              <a:t> </a:t>
            </a:r>
            <a:r>
              <a:rPr sz="1250" spc="-30" dirty="0">
                <a:solidFill>
                  <a:srgbClr val="3B3434"/>
                </a:solidFill>
                <a:latin typeface="Verdana"/>
                <a:cs typeface="Verdana"/>
              </a:rPr>
              <a:t>a</a:t>
            </a:r>
            <a:r>
              <a:rPr sz="1250" spc="-35" dirty="0">
                <a:solidFill>
                  <a:srgbClr val="3B3434"/>
                </a:solidFill>
                <a:latin typeface="Verdana"/>
                <a:cs typeface="Verdana"/>
              </a:rPr>
              <a:t> </a:t>
            </a:r>
            <a:r>
              <a:rPr sz="1250" dirty="0">
                <a:solidFill>
                  <a:srgbClr val="3B3434"/>
                </a:solidFill>
                <a:latin typeface="Verdana"/>
                <a:cs typeface="Verdana"/>
              </a:rPr>
              <a:t>pressing</a:t>
            </a:r>
            <a:r>
              <a:rPr sz="1250" spc="-35" dirty="0">
                <a:solidFill>
                  <a:srgbClr val="3B3434"/>
                </a:solidFill>
                <a:latin typeface="Verdana"/>
                <a:cs typeface="Verdana"/>
              </a:rPr>
              <a:t> </a:t>
            </a:r>
            <a:r>
              <a:rPr sz="1250" dirty="0">
                <a:solidFill>
                  <a:srgbClr val="3B3434"/>
                </a:solidFill>
                <a:latin typeface="Verdana"/>
                <a:cs typeface="Verdana"/>
              </a:rPr>
              <a:t>need</a:t>
            </a:r>
            <a:r>
              <a:rPr sz="1250" spc="-35" dirty="0">
                <a:solidFill>
                  <a:srgbClr val="3B3434"/>
                </a:solidFill>
                <a:latin typeface="Verdana"/>
                <a:cs typeface="Verdana"/>
              </a:rPr>
              <a:t> </a:t>
            </a:r>
            <a:r>
              <a:rPr sz="1250" dirty="0">
                <a:solidFill>
                  <a:srgbClr val="3B3434"/>
                </a:solidFill>
                <a:latin typeface="Verdana"/>
                <a:cs typeface="Verdana"/>
              </a:rPr>
              <a:t>for</a:t>
            </a:r>
            <a:r>
              <a:rPr sz="1250" spc="-35" dirty="0">
                <a:solidFill>
                  <a:srgbClr val="3B3434"/>
                </a:solidFill>
                <a:latin typeface="Verdana"/>
                <a:cs typeface="Verdana"/>
              </a:rPr>
              <a:t> </a:t>
            </a:r>
            <a:r>
              <a:rPr sz="1250" dirty="0">
                <a:solidFill>
                  <a:srgbClr val="3B3434"/>
                </a:solidFill>
                <a:latin typeface="Verdana"/>
                <a:cs typeface="Verdana"/>
              </a:rPr>
              <a:t>affordable,</a:t>
            </a:r>
            <a:r>
              <a:rPr sz="1250" spc="-35" dirty="0">
                <a:solidFill>
                  <a:srgbClr val="3B3434"/>
                </a:solidFill>
                <a:latin typeface="Verdana"/>
                <a:cs typeface="Verdana"/>
              </a:rPr>
              <a:t> </a:t>
            </a:r>
            <a:r>
              <a:rPr sz="1250" dirty="0">
                <a:solidFill>
                  <a:srgbClr val="3B3434"/>
                </a:solidFill>
                <a:latin typeface="Verdana"/>
                <a:cs typeface="Verdana"/>
              </a:rPr>
              <a:t>reliable,</a:t>
            </a:r>
            <a:r>
              <a:rPr sz="1250" spc="-35" dirty="0">
                <a:solidFill>
                  <a:srgbClr val="3B3434"/>
                </a:solidFill>
                <a:latin typeface="Verdana"/>
                <a:cs typeface="Verdana"/>
              </a:rPr>
              <a:t> </a:t>
            </a:r>
            <a:r>
              <a:rPr sz="1250" dirty="0">
                <a:solidFill>
                  <a:srgbClr val="3B3434"/>
                </a:solidFill>
                <a:latin typeface="Verdana"/>
                <a:cs typeface="Verdana"/>
              </a:rPr>
              <a:t>and</a:t>
            </a:r>
            <a:r>
              <a:rPr sz="1250" spc="-35" dirty="0">
                <a:solidFill>
                  <a:srgbClr val="3B3434"/>
                </a:solidFill>
                <a:latin typeface="Verdana"/>
                <a:cs typeface="Verdana"/>
              </a:rPr>
              <a:t> </a:t>
            </a:r>
            <a:r>
              <a:rPr sz="1250" dirty="0">
                <a:solidFill>
                  <a:srgbClr val="3B3434"/>
                </a:solidFill>
                <a:latin typeface="Verdana"/>
                <a:cs typeface="Verdana"/>
              </a:rPr>
              <a:t>easy-</a:t>
            </a:r>
            <a:r>
              <a:rPr sz="1250" spc="65" dirty="0">
                <a:solidFill>
                  <a:srgbClr val="3B3434"/>
                </a:solidFill>
                <a:latin typeface="Verdana"/>
                <a:cs typeface="Verdana"/>
              </a:rPr>
              <a:t>to-</a:t>
            </a:r>
            <a:r>
              <a:rPr sz="1250" dirty="0">
                <a:solidFill>
                  <a:srgbClr val="3B3434"/>
                </a:solidFill>
                <a:latin typeface="Verdana"/>
                <a:cs typeface="Verdana"/>
              </a:rPr>
              <a:t>understand</a:t>
            </a:r>
            <a:r>
              <a:rPr sz="1250" spc="-30" dirty="0">
                <a:solidFill>
                  <a:srgbClr val="3B3434"/>
                </a:solidFill>
                <a:latin typeface="Verdana"/>
                <a:cs typeface="Verdana"/>
              </a:rPr>
              <a:t> </a:t>
            </a:r>
            <a:r>
              <a:rPr sz="1250" dirty="0">
                <a:solidFill>
                  <a:srgbClr val="3B3434"/>
                </a:solidFill>
                <a:latin typeface="Verdana"/>
                <a:cs typeface="Verdana"/>
              </a:rPr>
              <a:t>legal</a:t>
            </a:r>
            <a:r>
              <a:rPr sz="1250" spc="-35" dirty="0">
                <a:solidFill>
                  <a:srgbClr val="3B3434"/>
                </a:solidFill>
                <a:latin typeface="Verdana"/>
                <a:cs typeface="Verdana"/>
              </a:rPr>
              <a:t> </a:t>
            </a:r>
            <a:r>
              <a:rPr sz="1250" spc="-10" dirty="0">
                <a:solidFill>
                  <a:srgbClr val="3B3434"/>
                </a:solidFill>
                <a:latin typeface="Verdana"/>
                <a:cs typeface="Verdana"/>
              </a:rPr>
              <a:t>assistance.</a:t>
            </a:r>
            <a:endParaRPr sz="1250" dirty="0">
              <a:latin typeface="Verdana"/>
              <a:cs typeface="Verdana"/>
            </a:endParaRPr>
          </a:p>
        </p:txBody>
      </p:sp>
      <p:grpSp>
        <p:nvGrpSpPr>
          <p:cNvPr id="26" name="object 15">
            <a:extLst>
              <a:ext uri="{FF2B5EF4-FFF2-40B4-BE49-F238E27FC236}">
                <a16:creationId xmlns:a16="http://schemas.microsoft.com/office/drawing/2014/main" id="{7BE0D8D4-ABD2-6BDB-8926-6E313931C2F1}"/>
              </a:ext>
            </a:extLst>
          </p:cNvPr>
          <p:cNvGrpSpPr/>
          <p:nvPr/>
        </p:nvGrpSpPr>
        <p:grpSpPr>
          <a:xfrm>
            <a:off x="3077382" y="3878610"/>
            <a:ext cx="4999818" cy="1296120"/>
            <a:chOff x="5800725" y="3505200"/>
            <a:chExt cx="5057775" cy="1238250"/>
          </a:xfrm>
        </p:grpSpPr>
        <p:sp>
          <p:nvSpPr>
            <p:cNvPr id="27" name="object 16">
              <a:extLst>
                <a:ext uri="{FF2B5EF4-FFF2-40B4-BE49-F238E27FC236}">
                  <a16:creationId xmlns:a16="http://schemas.microsoft.com/office/drawing/2014/main" id="{243BF462-DE12-64F3-39B5-55877BBF45EF}"/>
                </a:ext>
              </a:extLst>
            </p:cNvPr>
            <p:cNvSpPr/>
            <p:nvPr/>
          </p:nvSpPr>
          <p:spPr>
            <a:xfrm>
              <a:off x="5805487" y="3509962"/>
              <a:ext cx="5048250" cy="1228725"/>
            </a:xfrm>
            <a:custGeom>
              <a:avLst/>
              <a:gdLst/>
              <a:ahLst/>
              <a:cxnLst/>
              <a:rect l="l" t="t" r="r" b="b"/>
              <a:pathLst>
                <a:path w="5048250" h="1228725">
                  <a:moveTo>
                    <a:pt x="4999431" y="0"/>
                  </a:moveTo>
                  <a:lnTo>
                    <a:pt x="48818" y="0"/>
                  </a:lnTo>
                  <a:lnTo>
                    <a:pt x="45415" y="330"/>
                  </a:lnTo>
                  <a:lnTo>
                    <a:pt x="10706" y="20370"/>
                  </a:lnTo>
                  <a:lnTo>
                    <a:pt x="0" y="48806"/>
                  </a:lnTo>
                  <a:lnTo>
                    <a:pt x="0" y="1176477"/>
                  </a:lnTo>
                  <a:lnTo>
                    <a:pt x="0" y="1179906"/>
                  </a:lnTo>
                  <a:lnTo>
                    <a:pt x="17729" y="1215847"/>
                  </a:lnTo>
                  <a:lnTo>
                    <a:pt x="48818" y="1228725"/>
                  </a:lnTo>
                  <a:lnTo>
                    <a:pt x="4999431" y="1228725"/>
                  </a:lnTo>
                  <a:lnTo>
                    <a:pt x="5035372" y="1210995"/>
                  </a:lnTo>
                  <a:lnTo>
                    <a:pt x="5048250" y="1179906"/>
                  </a:lnTo>
                  <a:lnTo>
                    <a:pt x="5048250" y="48806"/>
                  </a:lnTo>
                  <a:lnTo>
                    <a:pt x="5030520" y="12877"/>
                  </a:lnTo>
                  <a:lnTo>
                    <a:pt x="5002834" y="330"/>
                  </a:lnTo>
                  <a:lnTo>
                    <a:pt x="4999431" y="0"/>
                  </a:lnTo>
                  <a:close/>
                </a:path>
              </a:pathLst>
            </a:custGeom>
            <a:solidFill>
              <a:srgbClr val="1A2D7A"/>
            </a:solidFill>
          </p:spPr>
          <p:txBody>
            <a:bodyPr wrap="square" lIns="0" tIns="0" rIns="0" bIns="0" rtlCol="0"/>
            <a:lstStyle/>
            <a:p>
              <a:endParaRPr lang="en-US" sz="165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1650" b="1" dirty="0">
                  <a:solidFill>
                    <a:schemeClr val="bg1"/>
                  </a:solidFill>
                  <a:latin typeface="Tahoma" panose="020B0604030504040204" pitchFamily="34" charset="0"/>
                  <a:ea typeface="Tahoma" panose="020B0604030504040204" pitchFamily="34" charset="0"/>
                  <a:cs typeface="Tahoma" panose="020B0604030504040204" pitchFamily="34" charset="0"/>
                </a:rPr>
                <a:t>    Social Stigma and Fear of Judgement</a:t>
              </a:r>
            </a:p>
          </p:txBody>
        </p:sp>
        <p:sp>
          <p:nvSpPr>
            <p:cNvPr id="28" name="object 17">
              <a:extLst>
                <a:ext uri="{FF2B5EF4-FFF2-40B4-BE49-F238E27FC236}">
                  <a16:creationId xmlns:a16="http://schemas.microsoft.com/office/drawing/2014/main" id="{E02F9841-902D-387C-73BF-3E158E30CE48}"/>
                </a:ext>
              </a:extLst>
            </p:cNvPr>
            <p:cNvSpPr/>
            <p:nvPr/>
          </p:nvSpPr>
          <p:spPr>
            <a:xfrm>
              <a:off x="5805487" y="3509962"/>
              <a:ext cx="5048250" cy="1228725"/>
            </a:xfrm>
            <a:custGeom>
              <a:avLst/>
              <a:gdLst/>
              <a:ahLst/>
              <a:cxnLst/>
              <a:rect l="l" t="t" r="r" b="b"/>
              <a:pathLst>
                <a:path w="5048250" h="1228725">
                  <a:moveTo>
                    <a:pt x="0" y="1176477"/>
                  </a:moveTo>
                  <a:lnTo>
                    <a:pt x="0" y="52247"/>
                  </a:lnTo>
                  <a:lnTo>
                    <a:pt x="0" y="48806"/>
                  </a:lnTo>
                  <a:lnTo>
                    <a:pt x="330" y="45415"/>
                  </a:lnTo>
                  <a:lnTo>
                    <a:pt x="1003" y="42049"/>
                  </a:lnTo>
                  <a:lnTo>
                    <a:pt x="1676" y="38684"/>
                  </a:lnTo>
                  <a:lnTo>
                    <a:pt x="2667" y="35420"/>
                  </a:lnTo>
                  <a:lnTo>
                    <a:pt x="3975" y="32258"/>
                  </a:lnTo>
                  <a:lnTo>
                    <a:pt x="5283" y="29083"/>
                  </a:lnTo>
                  <a:lnTo>
                    <a:pt x="35420" y="2667"/>
                  </a:lnTo>
                  <a:lnTo>
                    <a:pt x="42049" y="1003"/>
                  </a:lnTo>
                  <a:lnTo>
                    <a:pt x="45415" y="330"/>
                  </a:lnTo>
                  <a:lnTo>
                    <a:pt x="48818" y="0"/>
                  </a:lnTo>
                  <a:lnTo>
                    <a:pt x="52247" y="0"/>
                  </a:lnTo>
                  <a:lnTo>
                    <a:pt x="4996002" y="0"/>
                  </a:lnTo>
                  <a:lnTo>
                    <a:pt x="4999431" y="0"/>
                  </a:lnTo>
                  <a:lnTo>
                    <a:pt x="5002834" y="330"/>
                  </a:lnTo>
                  <a:lnTo>
                    <a:pt x="5006200" y="1003"/>
                  </a:lnTo>
                  <a:lnTo>
                    <a:pt x="5009565" y="1676"/>
                  </a:lnTo>
                  <a:lnTo>
                    <a:pt x="5032946" y="15303"/>
                  </a:lnTo>
                  <a:lnTo>
                    <a:pt x="5035372" y="17729"/>
                  </a:lnTo>
                  <a:lnTo>
                    <a:pt x="5048250" y="48806"/>
                  </a:lnTo>
                  <a:lnTo>
                    <a:pt x="5048250" y="52247"/>
                  </a:lnTo>
                  <a:lnTo>
                    <a:pt x="5048250" y="1176477"/>
                  </a:lnTo>
                  <a:lnTo>
                    <a:pt x="5048250" y="1179906"/>
                  </a:lnTo>
                  <a:lnTo>
                    <a:pt x="5047907" y="1183309"/>
                  </a:lnTo>
                  <a:lnTo>
                    <a:pt x="5032946" y="1213421"/>
                  </a:lnTo>
                  <a:lnTo>
                    <a:pt x="5030520" y="1215847"/>
                  </a:lnTo>
                  <a:lnTo>
                    <a:pt x="5027879" y="1218018"/>
                  </a:lnTo>
                  <a:lnTo>
                    <a:pt x="5025021" y="1219923"/>
                  </a:lnTo>
                  <a:lnTo>
                    <a:pt x="5022176" y="1221828"/>
                  </a:lnTo>
                  <a:lnTo>
                    <a:pt x="5006200" y="1227721"/>
                  </a:lnTo>
                  <a:lnTo>
                    <a:pt x="5002834" y="1228394"/>
                  </a:lnTo>
                  <a:lnTo>
                    <a:pt x="4999431" y="1228725"/>
                  </a:lnTo>
                  <a:lnTo>
                    <a:pt x="4996002" y="1228725"/>
                  </a:lnTo>
                  <a:lnTo>
                    <a:pt x="52247" y="1228725"/>
                  </a:lnTo>
                  <a:lnTo>
                    <a:pt x="48818" y="1228725"/>
                  </a:lnTo>
                  <a:lnTo>
                    <a:pt x="45415" y="1228394"/>
                  </a:lnTo>
                  <a:lnTo>
                    <a:pt x="15303" y="1213421"/>
                  </a:lnTo>
                  <a:lnTo>
                    <a:pt x="12877" y="1210995"/>
                  </a:lnTo>
                  <a:lnTo>
                    <a:pt x="1003" y="1186675"/>
                  </a:lnTo>
                  <a:lnTo>
                    <a:pt x="330" y="1183309"/>
                  </a:lnTo>
                  <a:lnTo>
                    <a:pt x="0" y="1179906"/>
                  </a:lnTo>
                  <a:lnTo>
                    <a:pt x="0" y="1176477"/>
                  </a:lnTo>
                  <a:close/>
                </a:path>
              </a:pathLst>
            </a:custGeom>
            <a:ln w="9525">
              <a:solidFill>
                <a:srgbClr val="324592"/>
              </a:solidFill>
            </a:ln>
          </p:spPr>
          <p:txBody>
            <a:bodyPr wrap="square" lIns="0" tIns="0" rIns="0" bIns="0" rtlCol="0"/>
            <a:lstStyle/>
            <a:p>
              <a:endParaRPr/>
            </a:p>
          </p:txBody>
        </p:sp>
      </p:grpSp>
      <p:sp>
        <p:nvSpPr>
          <p:cNvPr id="29" name="TextBox 28">
            <a:extLst>
              <a:ext uri="{FF2B5EF4-FFF2-40B4-BE49-F238E27FC236}">
                <a16:creationId xmlns:a16="http://schemas.microsoft.com/office/drawing/2014/main" id="{E6D0ADC9-60CC-4A2D-2C4C-2BDE88C7512A}"/>
              </a:ext>
            </a:extLst>
          </p:cNvPr>
          <p:cNvSpPr txBox="1"/>
          <p:nvPr/>
        </p:nvSpPr>
        <p:spPr>
          <a:xfrm>
            <a:off x="3200400" y="4441825"/>
            <a:ext cx="5715000" cy="477054"/>
          </a:xfrm>
          <a:prstGeom prst="rect">
            <a:avLst/>
          </a:prstGeom>
          <a:noFill/>
        </p:spPr>
        <p:txBody>
          <a:bodyPr wrap="square" rtlCol="0">
            <a:spAutoFit/>
          </a:bodyPr>
          <a:lstStyle/>
          <a:p>
            <a:r>
              <a:rPr lang="en-US" sz="1250" dirty="0">
                <a:solidFill>
                  <a:schemeClr val="bg1">
                    <a:lumMod val="95000"/>
                  </a:schemeClr>
                </a:solidFill>
                <a:latin typeface="Verdana" panose="020B0604030504040204" pitchFamily="34" charset="0"/>
                <a:ea typeface="Verdana" panose="020B0604030504040204" pitchFamily="34" charset="0"/>
              </a:rPr>
              <a:t>Social taboos and fear of being judged prevent people,</a:t>
            </a:r>
          </a:p>
          <a:p>
            <a:r>
              <a:rPr lang="en-US" sz="1250" dirty="0">
                <a:solidFill>
                  <a:schemeClr val="bg1">
                    <a:lumMod val="95000"/>
                  </a:schemeClr>
                </a:solidFill>
                <a:latin typeface="Verdana" panose="020B0604030504040204" pitchFamily="34" charset="0"/>
                <a:ea typeface="Verdana" panose="020B0604030504040204" pitchFamily="34" charset="0"/>
              </a:rPr>
              <a:t>especially victims of sensitive cases, from speaking out.</a:t>
            </a:r>
            <a:endParaRPr lang="en-US" sz="1250" dirty="0"/>
          </a:p>
        </p:txBody>
      </p:sp>
    </p:spTree>
    <p:extLst>
      <p:ext uri="{BB962C8B-B14F-4D97-AF65-F5344CB8AC3E}">
        <p14:creationId xmlns:p14="http://schemas.microsoft.com/office/powerpoint/2010/main" val="4856941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207AB-8C6B-307D-1B10-55CBB1BDFE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F054CEE-2727-A150-BAE1-49412FE687EE}"/>
              </a:ext>
            </a:extLst>
          </p:cNvPr>
          <p:cNvSpPr txBox="1">
            <a:spLocks noGrp="1"/>
          </p:cNvSpPr>
          <p:nvPr>
            <p:ph type="title"/>
          </p:nvPr>
        </p:nvSpPr>
        <p:spPr>
          <a:xfrm>
            <a:off x="557311" y="1016000"/>
            <a:ext cx="9440957" cy="752770"/>
          </a:xfrm>
          <a:prstGeom prst="rect">
            <a:avLst/>
          </a:prstGeom>
        </p:spPr>
        <p:txBody>
          <a:bodyPr vert="horz" wrap="square" lIns="0" tIns="234950" rIns="0" bIns="0" rtlCol="0">
            <a:spAutoFit/>
          </a:bodyPr>
          <a:lstStyle/>
          <a:p>
            <a:pPr marL="12700">
              <a:lnSpc>
                <a:spcPct val="100000"/>
              </a:lnSpc>
              <a:spcBef>
                <a:spcPts val="125"/>
              </a:spcBef>
            </a:pPr>
            <a:r>
              <a:rPr lang="en-US" spc="35" dirty="0"/>
              <a:t>Problem Solution</a:t>
            </a:r>
            <a:endParaRPr spc="35" dirty="0"/>
          </a:p>
        </p:txBody>
      </p:sp>
      <p:grpSp>
        <p:nvGrpSpPr>
          <p:cNvPr id="21" name="object 3">
            <a:extLst>
              <a:ext uri="{FF2B5EF4-FFF2-40B4-BE49-F238E27FC236}">
                <a16:creationId xmlns:a16="http://schemas.microsoft.com/office/drawing/2014/main" id="{A89011F7-E741-E54F-80A2-74937F7032BD}"/>
              </a:ext>
            </a:extLst>
          </p:cNvPr>
          <p:cNvGrpSpPr/>
          <p:nvPr/>
        </p:nvGrpSpPr>
        <p:grpSpPr>
          <a:xfrm>
            <a:off x="571500" y="2219324"/>
            <a:ext cx="10287000" cy="2867025"/>
            <a:chOff x="571500" y="2219324"/>
            <a:chExt cx="10287000" cy="2867025"/>
          </a:xfrm>
        </p:grpSpPr>
        <p:sp>
          <p:nvSpPr>
            <p:cNvPr id="22" name="object 4">
              <a:extLst>
                <a:ext uri="{FF2B5EF4-FFF2-40B4-BE49-F238E27FC236}">
                  <a16:creationId xmlns:a16="http://schemas.microsoft.com/office/drawing/2014/main" id="{8FD7B7BB-1CCD-164A-38CB-53F4348A7783}"/>
                </a:ext>
              </a:extLst>
            </p:cNvPr>
            <p:cNvSpPr/>
            <p:nvPr/>
          </p:nvSpPr>
          <p:spPr>
            <a:xfrm>
              <a:off x="576262" y="2224087"/>
              <a:ext cx="10277475" cy="2857500"/>
            </a:xfrm>
            <a:custGeom>
              <a:avLst/>
              <a:gdLst/>
              <a:ahLst/>
              <a:cxnLst/>
              <a:rect l="l" t="t" r="r" b="b"/>
              <a:pathLst>
                <a:path w="10277475" h="2857500">
                  <a:moveTo>
                    <a:pt x="0" y="2805252"/>
                  </a:moveTo>
                  <a:lnTo>
                    <a:pt x="0" y="52247"/>
                  </a:lnTo>
                  <a:lnTo>
                    <a:pt x="0" y="48806"/>
                  </a:lnTo>
                  <a:lnTo>
                    <a:pt x="332" y="45415"/>
                  </a:lnTo>
                  <a:lnTo>
                    <a:pt x="1002" y="42049"/>
                  </a:lnTo>
                  <a:lnTo>
                    <a:pt x="1671" y="38684"/>
                  </a:lnTo>
                  <a:lnTo>
                    <a:pt x="2664" y="35420"/>
                  </a:lnTo>
                  <a:lnTo>
                    <a:pt x="3978" y="32258"/>
                  </a:lnTo>
                  <a:lnTo>
                    <a:pt x="5288" y="29083"/>
                  </a:lnTo>
                  <a:lnTo>
                    <a:pt x="15304" y="15303"/>
                  </a:lnTo>
                  <a:lnTo>
                    <a:pt x="17725" y="12877"/>
                  </a:lnTo>
                  <a:lnTo>
                    <a:pt x="20364" y="10706"/>
                  </a:lnTo>
                  <a:lnTo>
                    <a:pt x="23216" y="8801"/>
                  </a:lnTo>
                  <a:lnTo>
                    <a:pt x="26069" y="6896"/>
                  </a:lnTo>
                  <a:lnTo>
                    <a:pt x="29080" y="5283"/>
                  </a:lnTo>
                  <a:lnTo>
                    <a:pt x="32251" y="3975"/>
                  </a:lnTo>
                  <a:lnTo>
                    <a:pt x="35421" y="2667"/>
                  </a:lnTo>
                  <a:lnTo>
                    <a:pt x="38685" y="1676"/>
                  </a:lnTo>
                  <a:lnTo>
                    <a:pt x="42053" y="1003"/>
                  </a:lnTo>
                  <a:lnTo>
                    <a:pt x="45417" y="330"/>
                  </a:lnTo>
                  <a:lnTo>
                    <a:pt x="48816" y="0"/>
                  </a:lnTo>
                  <a:lnTo>
                    <a:pt x="52243" y="0"/>
                  </a:lnTo>
                  <a:lnTo>
                    <a:pt x="10225227" y="0"/>
                  </a:lnTo>
                  <a:lnTo>
                    <a:pt x="10228656" y="0"/>
                  </a:lnTo>
                  <a:lnTo>
                    <a:pt x="10232059" y="330"/>
                  </a:lnTo>
                  <a:lnTo>
                    <a:pt x="10235425" y="1003"/>
                  </a:lnTo>
                  <a:lnTo>
                    <a:pt x="10238790" y="1676"/>
                  </a:lnTo>
                  <a:lnTo>
                    <a:pt x="10262171" y="15303"/>
                  </a:lnTo>
                  <a:lnTo>
                    <a:pt x="10264597" y="17729"/>
                  </a:lnTo>
                  <a:lnTo>
                    <a:pt x="10277475" y="48806"/>
                  </a:lnTo>
                  <a:lnTo>
                    <a:pt x="10277475" y="52247"/>
                  </a:lnTo>
                  <a:lnTo>
                    <a:pt x="10277475" y="2805252"/>
                  </a:lnTo>
                  <a:lnTo>
                    <a:pt x="10277475" y="2808681"/>
                  </a:lnTo>
                  <a:lnTo>
                    <a:pt x="10277132" y="2812084"/>
                  </a:lnTo>
                  <a:lnTo>
                    <a:pt x="10262171" y="2842196"/>
                  </a:lnTo>
                  <a:lnTo>
                    <a:pt x="10259745" y="2844622"/>
                  </a:lnTo>
                  <a:lnTo>
                    <a:pt x="10235425" y="2856496"/>
                  </a:lnTo>
                  <a:lnTo>
                    <a:pt x="10232059" y="2857169"/>
                  </a:lnTo>
                  <a:lnTo>
                    <a:pt x="10228656" y="2857500"/>
                  </a:lnTo>
                  <a:lnTo>
                    <a:pt x="10225227" y="2857500"/>
                  </a:lnTo>
                  <a:lnTo>
                    <a:pt x="52243" y="2857500"/>
                  </a:lnTo>
                  <a:lnTo>
                    <a:pt x="48816" y="2857500"/>
                  </a:lnTo>
                  <a:lnTo>
                    <a:pt x="45417" y="2857169"/>
                  </a:lnTo>
                  <a:lnTo>
                    <a:pt x="42053" y="2856496"/>
                  </a:lnTo>
                  <a:lnTo>
                    <a:pt x="38685" y="2855823"/>
                  </a:lnTo>
                  <a:lnTo>
                    <a:pt x="15304" y="2842196"/>
                  </a:lnTo>
                  <a:lnTo>
                    <a:pt x="12879" y="2839770"/>
                  </a:lnTo>
                  <a:lnTo>
                    <a:pt x="3978" y="2825242"/>
                  </a:lnTo>
                  <a:lnTo>
                    <a:pt x="2664" y="2822079"/>
                  </a:lnTo>
                  <a:lnTo>
                    <a:pt x="1671" y="2818815"/>
                  </a:lnTo>
                  <a:lnTo>
                    <a:pt x="1002" y="2815450"/>
                  </a:lnTo>
                  <a:lnTo>
                    <a:pt x="332" y="2812084"/>
                  </a:lnTo>
                  <a:lnTo>
                    <a:pt x="0" y="2808681"/>
                  </a:lnTo>
                  <a:lnTo>
                    <a:pt x="0" y="2805252"/>
                  </a:lnTo>
                  <a:close/>
                </a:path>
              </a:pathLst>
            </a:custGeom>
            <a:ln w="9525">
              <a:solidFill>
                <a:srgbClr val="000000"/>
              </a:solidFill>
            </a:ln>
          </p:spPr>
          <p:txBody>
            <a:bodyPr wrap="square" lIns="0" tIns="0" rIns="0" bIns="0" rtlCol="0"/>
            <a:lstStyle/>
            <a:p>
              <a:endParaRPr/>
            </a:p>
          </p:txBody>
        </p:sp>
        <p:sp>
          <p:nvSpPr>
            <p:cNvPr id="23" name="object 5">
              <a:extLst>
                <a:ext uri="{FF2B5EF4-FFF2-40B4-BE49-F238E27FC236}">
                  <a16:creationId xmlns:a16="http://schemas.microsoft.com/office/drawing/2014/main" id="{8D38A2E7-A265-62F9-40F9-188B891A09ED}"/>
                </a:ext>
              </a:extLst>
            </p:cNvPr>
            <p:cNvSpPr/>
            <p:nvPr/>
          </p:nvSpPr>
          <p:spPr>
            <a:xfrm>
              <a:off x="581012" y="2228862"/>
              <a:ext cx="10267950" cy="476250"/>
            </a:xfrm>
            <a:custGeom>
              <a:avLst/>
              <a:gdLst/>
              <a:ahLst/>
              <a:cxnLst/>
              <a:rect l="l" t="t" r="r" b="b"/>
              <a:pathLst>
                <a:path w="10267950" h="476250">
                  <a:moveTo>
                    <a:pt x="3076575" y="0"/>
                  </a:moveTo>
                  <a:lnTo>
                    <a:pt x="49453" y="0"/>
                  </a:lnTo>
                  <a:lnTo>
                    <a:pt x="42189" y="1447"/>
                  </a:lnTo>
                  <a:lnTo>
                    <a:pt x="7239" y="28206"/>
                  </a:lnTo>
                  <a:lnTo>
                    <a:pt x="0" y="49441"/>
                  </a:lnTo>
                  <a:lnTo>
                    <a:pt x="0" y="476250"/>
                  </a:lnTo>
                  <a:lnTo>
                    <a:pt x="3076575" y="476250"/>
                  </a:lnTo>
                  <a:lnTo>
                    <a:pt x="3076575" y="0"/>
                  </a:lnTo>
                  <a:close/>
                </a:path>
                <a:path w="10267950" h="476250">
                  <a:moveTo>
                    <a:pt x="10267950" y="49441"/>
                  </a:moveTo>
                  <a:lnTo>
                    <a:pt x="10245903" y="11353"/>
                  </a:lnTo>
                  <a:lnTo>
                    <a:pt x="10218496" y="0"/>
                  </a:lnTo>
                  <a:lnTo>
                    <a:pt x="3086100" y="0"/>
                  </a:lnTo>
                  <a:lnTo>
                    <a:pt x="3086100" y="476250"/>
                  </a:lnTo>
                  <a:lnTo>
                    <a:pt x="10267950" y="476250"/>
                  </a:lnTo>
                  <a:lnTo>
                    <a:pt x="10267950" y="49441"/>
                  </a:lnTo>
                  <a:close/>
                </a:path>
              </a:pathLst>
            </a:custGeom>
            <a:solidFill>
              <a:srgbClr val="FFFFFF">
                <a:alpha val="3919"/>
              </a:srgbClr>
            </a:solidFill>
          </p:spPr>
          <p:txBody>
            <a:bodyPr wrap="square" lIns="0" tIns="0" rIns="0" bIns="0" rtlCol="0"/>
            <a:lstStyle/>
            <a:p>
              <a:endParaRPr dirty="0"/>
            </a:p>
          </p:txBody>
        </p:sp>
        <p:sp>
          <p:nvSpPr>
            <p:cNvPr id="24" name="object 6">
              <a:extLst>
                <a:ext uri="{FF2B5EF4-FFF2-40B4-BE49-F238E27FC236}">
                  <a16:creationId xmlns:a16="http://schemas.microsoft.com/office/drawing/2014/main" id="{BFF43058-7B21-32A1-A68D-6E699EA5EFA4}"/>
                </a:ext>
              </a:extLst>
            </p:cNvPr>
            <p:cNvSpPr/>
            <p:nvPr/>
          </p:nvSpPr>
          <p:spPr>
            <a:xfrm>
              <a:off x="581012" y="4600587"/>
              <a:ext cx="10267950" cy="476250"/>
            </a:xfrm>
            <a:custGeom>
              <a:avLst/>
              <a:gdLst/>
              <a:ahLst/>
              <a:cxnLst/>
              <a:rect l="l" t="t" r="r" b="b"/>
              <a:pathLst>
                <a:path w="10267950" h="476250">
                  <a:moveTo>
                    <a:pt x="3076575" y="0"/>
                  </a:moveTo>
                  <a:lnTo>
                    <a:pt x="0" y="0"/>
                  </a:lnTo>
                  <a:lnTo>
                    <a:pt x="0" y="426796"/>
                  </a:lnTo>
                  <a:lnTo>
                    <a:pt x="22047" y="464896"/>
                  </a:lnTo>
                  <a:lnTo>
                    <a:pt x="49453" y="476250"/>
                  </a:lnTo>
                  <a:lnTo>
                    <a:pt x="3076575" y="476250"/>
                  </a:lnTo>
                  <a:lnTo>
                    <a:pt x="3076575" y="0"/>
                  </a:lnTo>
                  <a:close/>
                </a:path>
                <a:path w="10267950" h="476250">
                  <a:moveTo>
                    <a:pt x="10267950" y="0"/>
                  </a:moveTo>
                  <a:lnTo>
                    <a:pt x="3086100" y="0"/>
                  </a:lnTo>
                  <a:lnTo>
                    <a:pt x="3086100" y="476250"/>
                  </a:lnTo>
                  <a:lnTo>
                    <a:pt x="10218496" y="476250"/>
                  </a:lnTo>
                  <a:lnTo>
                    <a:pt x="10225773" y="474802"/>
                  </a:lnTo>
                  <a:lnTo>
                    <a:pt x="10260711" y="448043"/>
                  </a:lnTo>
                  <a:lnTo>
                    <a:pt x="10267950" y="426796"/>
                  </a:lnTo>
                  <a:lnTo>
                    <a:pt x="10267950" y="0"/>
                  </a:lnTo>
                  <a:close/>
                </a:path>
              </a:pathLst>
            </a:custGeom>
            <a:solidFill>
              <a:srgbClr val="000000">
                <a:alpha val="3919"/>
              </a:srgbClr>
            </a:solidFill>
          </p:spPr>
          <p:txBody>
            <a:bodyPr wrap="square" lIns="0" tIns="0" rIns="0" bIns="0" rtlCol="0"/>
            <a:lstStyle/>
            <a:p>
              <a:endParaRPr/>
            </a:p>
          </p:txBody>
        </p:sp>
      </p:grpSp>
      <p:sp>
        <p:nvSpPr>
          <p:cNvPr id="26" name="TextBox 25">
            <a:extLst>
              <a:ext uri="{FF2B5EF4-FFF2-40B4-BE49-F238E27FC236}">
                <a16:creationId xmlns:a16="http://schemas.microsoft.com/office/drawing/2014/main" id="{5FCDC66C-1E4E-C347-E8BA-1514BE20C4A1}"/>
              </a:ext>
            </a:extLst>
          </p:cNvPr>
          <p:cNvSpPr txBox="1"/>
          <p:nvPr/>
        </p:nvSpPr>
        <p:spPr>
          <a:xfrm>
            <a:off x="990600" y="2618603"/>
            <a:ext cx="9220200" cy="1754326"/>
          </a:xfrm>
          <a:prstGeom prst="rect">
            <a:avLst/>
          </a:prstGeom>
          <a:noFill/>
        </p:spPr>
        <p:txBody>
          <a:bodyPr wrap="square">
            <a:spAutoFit/>
          </a:bodyPr>
          <a:lstStyle/>
          <a:p>
            <a:r>
              <a:rPr lang="en-US" dirty="0"/>
              <a:t>Introducing </a:t>
            </a:r>
            <a:r>
              <a:rPr lang="en-US" b="1" dirty="0"/>
              <a:t>Nyaya.ai</a:t>
            </a:r>
            <a:r>
              <a:rPr lang="en-US" dirty="0"/>
              <a:t>, a website that helps ordinary people access legal support easily. Through the platform, users can learn about their rights via articles, get help from an AI chatbot assistant, generate legal documents, share their personal stories, and learn from the experiences of others. Additionally, Nyaya.ai allows users to connect directly with lawyers for professional legal assistance, making legal guidance accessible, practical, and user-friendly for everyone.</a:t>
            </a:r>
          </a:p>
        </p:txBody>
      </p:sp>
    </p:spTree>
    <p:extLst>
      <p:ext uri="{BB962C8B-B14F-4D97-AF65-F5344CB8AC3E}">
        <p14:creationId xmlns:p14="http://schemas.microsoft.com/office/powerpoint/2010/main" val="3810366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56456" y="558800"/>
            <a:ext cx="7849870" cy="539750"/>
          </a:xfrm>
          <a:prstGeom prst="rect">
            <a:avLst/>
          </a:prstGeom>
        </p:spPr>
        <p:txBody>
          <a:bodyPr vert="horz" wrap="square" lIns="0" tIns="15875" rIns="0" bIns="0" rtlCol="0">
            <a:spAutoFit/>
          </a:bodyPr>
          <a:lstStyle/>
          <a:p>
            <a:pPr marL="12700">
              <a:lnSpc>
                <a:spcPct val="100000"/>
              </a:lnSpc>
              <a:spcBef>
                <a:spcPts val="125"/>
              </a:spcBef>
            </a:pPr>
            <a:r>
              <a:rPr spc="250" dirty="0"/>
              <a:t>A</a:t>
            </a:r>
            <a:r>
              <a:rPr spc="40" dirty="0"/>
              <a:t> </a:t>
            </a:r>
            <a:r>
              <a:rPr dirty="0"/>
              <a:t>Smarter</a:t>
            </a:r>
            <a:r>
              <a:rPr spc="40" dirty="0"/>
              <a:t> </a:t>
            </a:r>
            <a:r>
              <a:rPr dirty="0"/>
              <a:t>Way</a:t>
            </a:r>
            <a:r>
              <a:rPr spc="45" dirty="0"/>
              <a:t> </a:t>
            </a:r>
            <a:r>
              <a:rPr dirty="0"/>
              <a:t>to</a:t>
            </a:r>
            <a:r>
              <a:rPr spc="25" dirty="0"/>
              <a:t> </a:t>
            </a:r>
            <a:r>
              <a:rPr dirty="0"/>
              <a:t>Access</a:t>
            </a:r>
            <a:r>
              <a:rPr spc="35" dirty="0"/>
              <a:t> </a:t>
            </a:r>
            <a:r>
              <a:rPr dirty="0"/>
              <a:t>Legal</a:t>
            </a:r>
            <a:r>
              <a:rPr spc="30" dirty="0"/>
              <a:t> </a:t>
            </a:r>
            <a:r>
              <a:rPr spc="55" dirty="0"/>
              <a:t>Help</a:t>
            </a:r>
          </a:p>
        </p:txBody>
      </p:sp>
      <p:sp>
        <p:nvSpPr>
          <p:cNvPr id="3" name="object 3"/>
          <p:cNvSpPr/>
          <p:nvPr/>
        </p:nvSpPr>
        <p:spPr>
          <a:xfrm>
            <a:off x="571500" y="1543049"/>
            <a:ext cx="407670" cy="407670"/>
          </a:xfrm>
          <a:custGeom>
            <a:avLst/>
            <a:gdLst/>
            <a:ahLst/>
            <a:cxnLst/>
            <a:rect l="l" t="t" r="r" b="b"/>
            <a:pathLst>
              <a:path w="407669" h="407669">
                <a:moveTo>
                  <a:pt x="152697" y="0"/>
                </a:moveTo>
                <a:lnTo>
                  <a:pt x="131217" y="3720"/>
                </a:lnTo>
                <a:lnTo>
                  <a:pt x="112862" y="14016"/>
                </a:lnTo>
                <a:lnTo>
                  <a:pt x="98936" y="29591"/>
                </a:lnTo>
                <a:lnTo>
                  <a:pt x="90745" y="49149"/>
                </a:lnTo>
                <a:lnTo>
                  <a:pt x="74653" y="58572"/>
                </a:lnTo>
                <a:lnTo>
                  <a:pt x="62052" y="72155"/>
                </a:lnTo>
                <a:lnTo>
                  <a:pt x="53836" y="88986"/>
                </a:lnTo>
                <a:lnTo>
                  <a:pt x="50922" y="108000"/>
                </a:lnTo>
                <a:lnTo>
                  <a:pt x="50899" y="110312"/>
                </a:lnTo>
                <a:lnTo>
                  <a:pt x="37910" y="120242"/>
                </a:lnTo>
                <a:lnTo>
                  <a:pt x="27864" y="133154"/>
                </a:lnTo>
                <a:lnTo>
                  <a:pt x="21382" y="148422"/>
                </a:lnTo>
                <a:lnTo>
                  <a:pt x="19084" y="165417"/>
                </a:lnTo>
                <a:lnTo>
                  <a:pt x="19092" y="169557"/>
                </a:lnTo>
                <a:lnTo>
                  <a:pt x="19514" y="173609"/>
                </a:lnTo>
                <a:lnTo>
                  <a:pt x="20200" y="177355"/>
                </a:lnTo>
                <a:lnTo>
                  <a:pt x="11717" y="188375"/>
                </a:lnTo>
                <a:lnTo>
                  <a:pt x="5368" y="200847"/>
                </a:lnTo>
                <a:lnTo>
                  <a:pt x="1384" y="214495"/>
                </a:lnTo>
                <a:lnTo>
                  <a:pt x="0" y="229044"/>
                </a:lnTo>
                <a:lnTo>
                  <a:pt x="1953" y="246269"/>
                </a:lnTo>
                <a:lnTo>
                  <a:pt x="7515" y="262108"/>
                </a:lnTo>
                <a:lnTo>
                  <a:pt x="16238" y="276128"/>
                </a:lnTo>
                <a:lnTo>
                  <a:pt x="27837" y="288061"/>
                </a:lnTo>
                <a:lnTo>
                  <a:pt x="27634" y="288061"/>
                </a:lnTo>
                <a:lnTo>
                  <a:pt x="26282" y="293306"/>
                </a:lnTo>
                <a:lnTo>
                  <a:pt x="26231" y="293547"/>
                </a:lnTo>
                <a:lnTo>
                  <a:pt x="25471" y="299186"/>
                </a:lnTo>
                <a:lnTo>
                  <a:pt x="25449" y="305396"/>
                </a:lnTo>
                <a:lnTo>
                  <a:pt x="30949" y="332634"/>
                </a:lnTo>
                <a:lnTo>
                  <a:pt x="45947" y="354877"/>
                </a:lnTo>
                <a:lnTo>
                  <a:pt x="68193" y="369874"/>
                </a:lnTo>
                <a:lnTo>
                  <a:pt x="95434" y="375373"/>
                </a:lnTo>
                <a:lnTo>
                  <a:pt x="97581" y="375373"/>
                </a:lnTo>
                <a:lnTo>
                  <a:pt x="107514" y="388367"/>
                </a:lnTo>
                <a:lnTo>
                  <a:pt x="120428" y="398416"/>
                </a:lnTo>
                <a:lnTo>
                  <a:pt x="135698" y="404900"/>
                </a:lnTo>
                <a:lnTo>
                  <a:pt x="152697" y="407200"/>
                </a:lnTo>
                <a:lnTo>
                  <a:pt x="167807" y="405393"/>
                </a:lnTo>
                <a:lnTo>
                  <a:pt x="181605" y="400261"/>
                </a:lnTo>
                <a:lnTo>
                  <a:pt x="193674" y="392235"/>
                </a:lnTo>
                <a:lnTo>
                  <a:pt x="203597" y="381749"/>
                </a:lnTo>
                <a:lnTo>
                  <a:pt x="152618" y="381749"/>
                </a:lnTo>
                <a:lnTo>
                  <a:pt x="140978" y="379934"/>
                </a:lnTo>
                <a:lnTo>
                  <a:pt x="130777" y="374867"/>
                </a:lnTo>
                <a:lnTo>
                  <a:pt x="122589" y="367117"/>
                </a:lnTo>
                <a:lnTo>
                  <a:pt x="116988" y="357251"/>
                </a:lnTo>
                <a:lnTo>
                  <a:pt x="114841" y="351599"/>
                </a:lnTo>
                <a:lnTo>
                  <a:pt x="111910" y="349935"/>
                </a:lnTo>
                <a:lnTo>
                  <a:pt x="95434" y="349935"/>
                </a:lnTo>
                <a:lnTo>
                  <a:pt x="78109" y="346432"/>
                </a:lnTo>
                <a:lnTo>
                  <a:pt x="63952" y="336881"/>
                </a:lnTo>
                <a:lnTo>
                  <a:pt x="54402" y="322723"/>
                </a:lnTo>
                <a:lnTo>
                  <a:pt x="50899" y="305396"/>
                </a:lnTo>
                <a:lnTo>
                  <a:pt x="50899" y="299186"/>
                </a:lnTo>
                <a:lnTo>
                  <a:pt x="52116" y="293547"/>
                </a:lnTo>
                <a:lnTo>
                  <a:pt x="52169" y="293306"/>
                </a:lnTo>
                <a:lnTo>
                  <a:pt x="54438" y="288061"/>
                </a:lnTo>
                <a:lnTo>
                  <a:pt x="56829" y="282333"/>
                </a:lnTo>
                <a:lnTo>
                  <a:pt x="54797" y="275577"/>
                </a:lnTo>
                <a:lnTo>
                  <a:pt x="49586" y="272313"/>
                </a:lnTo>
                <a:lnTo>
                  <a:pt x="39647" y="264288"/>
                </a:lnTo>
                <a:lnTo>
                  <a:pt x="32038" y="254107"/>
                </a:lnTo>
                <a:lnTo>
                  <a:pt x="27167" y="242213"/>
                </a:lnTo>
                <a:lnTo>
                  <a:pt x="25449" y="229044"/>
                </a:lnTo>
                <a:lnTo>
                  <a:pt x="26660" y="217980"/>
                </a:lnTo>
                <a:lnTo>
                  <a:pt x="30122" y="207751"/>
                </a:lnTo>
                <a:lnTo>
                  <a:pt x="35583" y="198624"/>
                </a:lnTo>
                <a:lnTo>
                  <a:pt x="42787" y="190868"/>
                </a:lnTo>
                <a:lnTo>
                  <a:pt x="46602" y="187528"/>
                </a:lnTo>
                <a:lnTo>
                  <a:pt x="48036" y="182206"/>
                </a:lnTo>
                <a:lnTo>
                  <a:pt x="46443" y="177355"/>
                </a:lnTo>
                <a:lnTo>
                  <a:pt x="45173" y="173609"/>
                </a:lnTo>
                <a:lnTo>
                  <a:pt x="44533" y="169557"/>
                </a:lnTo>
                <a:lnTo>
                  <a:pt x="44533" y="165417"/>
                </a:lnTo>
                <a:lnTo>
                  <a:pt x="46349" y="153770"/>
                </a:lnTo>
                <a:lnTo>
                  <a:pt x="51423" y="143552"/>
                </a:lnTo>
                <a:lnTo>
                  <a:pt x="59197" y="135361"/>
                </a:lnTo>
                <a:lnTo>
                  <a:pt x="69110" y="129794"/>
                </a:lnTo>
                <a:lnTo>
                  <a:pt x="74914" y="127571"/>
                </a:lnTo>
                <a:lnTo>
                  <a:pt x="78258" y="121513"/>
                </a:lnTo>
                <a:lnTo>
                  <a:pt x="76587" y="113093"/>
                </a:lnTo>
                <a:lnTo>
                  <a:pt x="76348" y="110629"/>
                </a:lnTo>
                <a:lnTo>
                  <a:pt x="76374" y="108000"/>
                </a:lnTo>
                <a:lnTo>
                  <a:pt x="105136" y="71107"/>
                </a:lnTo>
                <a:lnTo>
                  <a:pt x="110385" y="69824"/>
                </a:lnTo>
                <a:lnTo>
                  <a:pt x="114206" y="65290"/>
                </a:lnTo>
                <a:lnTo>
                  <a:pt x="114681" y="59976"/>
                </a:lnTo>
                <a:lnTo>
                  <a:pt x="114718" y="59568"/>
                </a:lnTo>
                <a:lnTo>
                  <a:pt x="118518" y="46421"/>
                </a:lnTo>
                <a:lnTo>
                  <a:pt x="126840" y="35461"/>
                </a:lnTo>
                <a:lnTo>
                  <a:pt x="138547" y="28126"/>
                </a:lnTo>
                <a:lnTo>
                  <a:pt x="152618" y="25450"/>
                </a:lnTo>
                <a:lnTo>
                  <a:pt x="203597" y="25450"/>
                </a:lnTo>
                <a:lnTo>
                  <a:pt x="193674" y="14964"/>
                </a:lnTo>
                <a:lnTo>
                  <a:pt x="181605" y="6938"/>
                </a:lnTo>
                <a:lnTo>
                  <a:pt x="167807" y="1806"/>
                </a:lnTo>
                <a:lnTo>
                  <a:pt x="152697" y="0"/>
                </a:lnTo>
                <a:close/>
              </a:path>
              <a:path w="407669" h="407669">
                <a:moveTo>
                  <a:pt x="298157" y="348259"/>
                </a:moveTo>
                <a:lnTo>
                  <a:pt x="292273" y="351599"/>
                </a:lnTo>
                <a:lnTo>
                  <a:pt x="290125" y="357251"/>
                </a:lnTo>
                <a:lnTo>
                  <a:pt x="284524" y="367117"/>
                </a:lnTo>
                <a:lnTo>
                  <a:pt x="276336" y="374867"/>
                </a:lnTo>
                <a:lnTo>
                  <a:pt x="266135" y="379934"/>
                </a:lnTo>
                <a:lnTo>
                  <a:pt x="254496" y="381749"/>
                </a:lnTo>
                <a:lnTo>
                  <a:pt x="203597" y="381749"/>
                </a:lnTo>
                <a:lnTo>
                  <a:pt x="213519" y="392235"/>
                </a:lnTo>
                <a:lnTo>
                  <a:pt x="225588" y="400261"/>
                </a:lnTo>
                <a:lnTo>
                  <a:pt x="239386" y="405393"/>
                </a:lnTo>
                <a:lnTo>
                  <a:pt x="254496" y="407200"/>
                </a:lnTo>
                <a:lnTo>
                  <a:pt x="271495" y="404900"/>
                </a:lnTo>
                <a:lnTo>
                  <a:pt x="286764" y="398416"/>
                </a:lnTo>
                <a:lnTo>
                  <a:pt x="299679" y="388367"/>
                </a:lnTo>
                <a:lnTo>
                  <a:pt x="309612" y="375373"/>
                </a:lnTo>
                <a:lnTo>
                  <a:pt x="311755" y="375373"/>
                </a:lnTo>
                <a:lnTo>
                  <a:pt x="338999" y="369874"/>
                </a:lnTo>
                <a:lnTo>
                  <a:pt x="361245" y="354877"/>
                </a:lnTo>
                <a:lnTo>
                  <a:pt x="364578" y="349935"/>
                </a:lnTo>
                <a:lnTo>
                  <a:pt x="309130" y="349935"/>
                </a:lnTo>
                <a:lnTo>
                  <a:pt x="306585" y="349694"/>
                </a:lnTo>
                <a:lnTo>
                  <a:pt x="304120" y="349300"/>
                </a:lnTo>
                <a:lnTo>
                  <a:pt x="298157" y="348259"/>
                </a:lnTo>
                <a:close/>
              </a:path>
              <a:path w="407669" h="407669">
                <a:moveTo>
                  <a:pt x="254496" y="25450"/>
                </a:moveTo>
                <a:lnTo>
                  <a:pt x="152618" y="25450"/>
                </a:lnTo>
                <a:lnTo>
                  <a:pt x="167473" y="28451"/>
                </a:lnTo>
                <a:lnTo>
                  <a:pt x="179608" y="36633"/>
                </a:lnTo>
                <a:lnTo>
                  <a:pt x="187791" y="48768"/>
                </a:lnTo>
                <a:lnTo>
                  <a:pt x="190792" y="63627"/>
                </a:lnTo>
                <a:lnTo>
                  <a:pt x="190792" y="343573"/>
                </a:lnTo>
                <a:lnTo>
                  <a:pt x="187791" y="358426"/>
                </a:lnTo>
                <a:lnTo>
                  <a:pt x="179608" y="370562"/>
                </a:lnTo>
                <a:lnTo>
                  <a:pt x="167473" y="378747"/>
                </a:lnTo>
                <a:lnTo>
                  <a:pt x="152618" y="381749"/>
                </a:lnTo>
                <a:lnTo>
                  <a:pt x="254496" y="381749"/>
                </a:lnTo>
                <a:lnTo>
                  <a:pt x="239640" y="378747"/>
                </a:lnTo>
                <a:lnTo>
                  <a:pt x="227506" y="370562"/>
                </a:lnTo>
                <a:lnTo>
                  <a:pt x="219322" y="358426"/>
                </a:lnTo>
                <a:lnTo>
                  <a:pt x="216321" y="343573"/>
                </a:lnTo>
                <a:lnTo>
                  <a:pt x="216321" y="63627"/>
                </a:lnTo>
                <a:lnTo>
                  <a:pt x="219245" y="49149"/>
                </a:lnTo>
                <a:lnTo>
                  <a:pt x="219322" y="48768"/>
                </a:lnTo>
                <a:lnTo>
                  <a:pt x="227506" y="36633"/>
                </a:lnTo>
                <a:lnTo>
                  <a:pt x="239640" y="28451"/>
                </a:lnTo>
                <a:lnTo>
                  <a:pt x="254496" y="25450"/>
                </a:lnTo>
                <a:close/>
              </a:path>
              <a:path w="407669" h="407669">
                <a:moveTo>
                  <a:pt x="108957" y="348259"/>
                </a:moveTo>
                <a:lnTo>
                  <a:pt x="100608" y="349694"/>
                </a:lnTo>
                <a:lnTo>
                  <a:pt x="98063" y="349935"/>
                </a:lnTo>
                <a:lnTo>
                  <a:pt x="111910" y="349935"/>
                </a:lnTo>
                <a:lnTo>
                  <a:pt x="108957" y="348259"/>
                </a:lnTo>
                <a:close/>
              </a:path>
              <a:path w="407669" h="407669">
                <a:moveTo>
                  <a:pt x="254496" y="0"/>
                </a:moveTo>
                <a:lnTo>
                  <a:pt x="239386" y="1806"/>
                </a:lnTo>
                <a:lnTo>
                  <a:pt x="225588" y="6938"/>
                </a:lnTo>
                <a:lnTo>
                  <a:pt x="213519" y="14964"/>
                </a:lnTo>
                <a:lnTo>
                  <a:pt x="203597" y="25450"/>
                </a:lnTo>
                <a:lnTo>
                  <a:pt x="254496" y="25450"/>
                </a:lnTo>
                <a:lnTo>
                  <a:pt x="268570" y="28126"/>
                </a:lnTo>
                <a:lnTo>
                  <a:pt x="292499" y="59568"/>
                </a:lnTo>
                <a:lnTo>
                  <a:pt x="292926" y="63627"/>
                </a:lnTo>
                <a:lnTo>
                  <a:pt x="293133" y="65290"/>
                </a:lnTo>
                <a:lnTo>
                  <a:pt x="296887" y="69672"/>
                </a:lnTo>
                <a:lnTo>
                  <a:pt x="302482" y="71107"/>
                </a:lnTo>
                <a:lnTo>
                  <a:pt x="302338" y="71107"/>
                </a:lnTo>
                <a:lnTo>
                  <a:pt x="313611" y="76037"/>
                </a:lnTo>
                <a:lnTo>
                  <a:pt x="322732" y="84380"/>
                </a:lnTo>
                <a:lnTo>
                  <a:pt x="328751" y="95287"/>
                </a:lnTo>
                <a:lnTo>
                  <a:pt x="330923" y="108000"/>
                </a:lnTo>
                <a:lnTo>
                  <a:pt x="330915" y="110629"/>
                </a:lnTo>
                <a:lnTo>
                  <a:pt x="330686" y="112928"/>
                </a:lnTo>
                <a:lnTo>
                  <a:pt x="329013" y="121361"/>
                </a:lnTo>
                <a:lnTo>
                  <a:pt x="332357" y="127406"/>
                </a:lnTo>
                <a:lnTo>
                  <a:pt x="360935" y="153770"/>
                </a:lnTo>
                <a:lnTo>
                  <a:pt x="362738" y="165417"/>
                </a:lnTo>
                <a:lnTo>
                  <a:pt x="362738" y="169557"/>
                </a:lnTo>
                <a:lnTo>
                  <a:pt x="361995" y="173609"/>
                </a:lnTo>
                <a:lnTo>
                  <a:pt x="359259" y="182206"/>
                </a:lnTo>
                <a:lnTo>
                  <a:pt x="360756" y="187528"/>
                </a:lnTo>
                <a:lnTo>
                  <a:pt x="381744" y="229044"/>
                </a:lnTo>
                <a:lnTo>
                  <a:pt x="380026" y="242213"/>
                </a:lnTo>
                <a:lnTo>
                  <a:pt x="375162" y="254107"/>
                </a:lnTo>
                <a:lnTo>
                  <a:pt x="367585" y="264288"/>
                </a:lnTo>
                <a:lnTo>
                  <a:pt x="357728" y="272313"/>
                </a:lnTo>
                <a:lnTo>
                  <a:pt x="352395" y="275577"/>
                </a:lnTo>
                <a:lnTo>
                  <a:pt x="350252" y="282333"/>
                </a:lnTo>
                <a:lnTo>
                  <a:pt x="352717" y="288061"/>
                </a:lnTo>
                <a:lnTo>
                  <a:pt x="354939" y="293306"/>
                </a:lnTo>
                <a:lnTo>
                  <a:pt x="356214" y="299186"/>
                </a:lnTo>
                <a:lnTo>
                  <a:pt x="356214" y="305396"/>
                </a:lnTo>
                <a:lnTo>
                  <a:pt x="352711" y="322723"/>
                </a:lnTo>
                <a:lnTo>
                  <a:pt x="343161" y="336881"/>
                </a:lnTo>
                <a:lnTo>
                  <a:pt x="329003" y="346432"/>
                </a:lnTo>
                <a:lnTo>
                  <a:pt x="311675" y="349935"/>
                </a:lnTo>
                <a:lnTo>
                  <a:pt x="364578" y="349935"/>
                </a:lnTo>
                <a:lnTo>
                  <a:pt x="376244" y="332634"/>
                </a:lnTo>
                <a:lnTo>
                  <a:pt x="381744" y="305396"/>
                </a:lnTo>
                <a:lnTo>
                  <a:pt x="381721" y="299186"/>
                </a:lnTo>
                <a:lnTo>
                  <a:pt x="380950" y="293547"/>
                </a:lnTo>
                <a:lnTo>
                  <a:pt x="379558" y="288061"/>
                </a:lnTo>
                <a:lnTo>
                  <a:pt x="379356" y="288061"/>
                </a:lnTo>
                <a:lnTo>
                  <a:pt x="390954" y="276128"/>
                </a:lnTo>
                <a:lnTo>
                  <a:pt x="399678" y="262108"/>
                </a:lnTo>
                <a:lnTo>
                  <a:pt x="405240" y="246269"/>
                </a:lnTo>
                <a:lnTo>
                  <a:pt x="407193" y="229044"/>
                </a:lnTo>
                <a:lnTo>
                  <a:pt x="405804" y="214495"/>
                </a:lnTo>
                <a:lnTo>
                  <a:pt x="401805" y="200847"/>
                </a:lnTo>
                <a:lnTo>
                  <a:pt x="395450" y="188375"/>
                </a:lnTo>
                <a:lnTo>
                  <a:pt x="386993" y="177355"/>
                </a:lnTo>
                <a:lnTo>
                  <a:pt x="387678" y="173609"/>
                </a:lnTo>
                <a:lnTo>
                  <a:pt x="388096" y="169557"/>
                </a:lnTo>
                <a:lnTo>
                  <a:pt x="388104" y="165417"/>
                </a:lnTo>
                <a:lnTo>
                  <a:pt x="385806" y="148422"/>
                </a:lnTo>
                <a:lnTo>
                  <a:pt x="379326" y="133154"/>
                </a:lnTo>
                <a:lnTo>
                  <a:pt x="369282" y="120242"/>
                </a:lnTo>
                <a:lnTo>
                  <a:pt x="356294" y="110312"/>
                </a:lnTo>
                <a:lnTo>
                  <a:pt x="356271" y="108000"/>
                </a:lnTo>
                <a:lnTo>
                  <a:pt x="353357" y="88986"/>
                </a:lnTo>
                <a:lnTo>
                  <a:pt x="345141" y="72155"/>
                </a:lnTo>
                <a:lnTo>
                  <a:pt x="332540" y="58572"/>
                </a:lnTo>
                <a:lnTo>
                  <a:pt x="316448" y="49149"/>
                </a:lnTo>
                <a:lnTo>
                  <a:pt x="308257" y="29591"/>
                </a:lnTo>
                <a:lnTo>
                  <a:pt x="294331" y="14016"/>
                </a:lnTo>
                <a:lnTo>
                  <a:pt x="275976" y="3720"/>
                </a:lnTo>
                <a:lnTo>
                  <a:pt x="254496" y="0"/>
                </a:lnTo>
                <a:close/>
              </a:path>
            </a:pathLst>
          </a:custGeom>
          <a:solidFill>
            <a:srgbClr val="1A2D7A"/>
          </a:solidFill>
        </p:spPr>
        <p:txBody>
          <a:bodyPr wrap="square" lIns="0" tIns="0" rIns="0" bIns="0" rtlCol="0"/>
          <a:lstStyle/>
          <a:p>
            <a:endParaRPr/>
          </a:p>
        </p:txBody>
      </p:sp>
      <p:sp>
        <p:nvSpPr>
          <p:cNvPr id="4" name="object 4"/>
          <p:cNvSpPr/>
          <p:nvPr/>
        </p:nvSpPr>
        <p:spPr>
          <a:xfrm>
            <a:off x="596949" y="2657474"/>
            <a:ext cx="356870" cy="407670"/>
          </a:xfrm>
          <a:custGeom>
            <a:avLst/>
            <a:gdLst/>
            <a:ahLst/>
            <a:cxnLst/>
            <a:rect l="l" t="t" r="r" b="b"/>
            <a:pathLst>
              <a:path w="356869" h="407669">
                <a:moveTo>
                  <a:pt x="305395" y="0"/>
                </a:moveTo>
                <a:lnTo>
                  <a:pt x="50899" y="0"/>
                </a:lnTo>
                <a:lnTo>
                  <a:pt x="31102" y="4004"/>
                </a:lnTo>
                <a:lnTo>
                  <a:pt x="14922" y="14920"/>
                </a:lnTo>
                <a:lnTo>
                  <a:pt x="4005" y="31102"/>
                </a:lnTo>
                <a:lnTo>
                  <a:pt x="0" y="50901"/>
                </a:lnTo>
                <a:lnTo>
                  <a:pt x="0" y="356298"/>
                </a:lnTo>
                <a:lnTo>
                  <a:pt x="4005" y="376092"/>
                </a:lnTo>
                <a:lnTo>
                  <a:pt x="14922" y="392274"/>
                </a:lnTo>
                <a:lnTo>
                  <a:pt x="31102" y="403193"/>
                </a:lnTo>
                <a:lnTo>
                  <a:pt x="50899" y="407200"/>
                </a:lnTo>
                <a:lnTo>
                  <a:pt x="305395" y="407200"/>
                </a:lnTo>
                <a:lnTo>
                  <a:pt x="325192" y="403193"/>
                </a:lnTo>
                <a:lnTo>
                  <a:pt x="341372" y="392274"/>
                </a:lnTo>
                <a:lnTo>
                  <a:pt x="348473" y="381749"/>
                </a:lnTo>
                <a:lnTo>
                  <a:pt x="50899" y="381749"/>
                </a:lnTo>
                <a:lnTo>
                  <a:pt x="40982" y="379751"/>
                </a:lnTo>
                <a:lnTo>
                  <a:pt x="32894" y="374300"/>
                </a:lnTo>
                <a:lnTo>
                  <a:pt x="27446" y="366211"/>
                </a:lnTo>
                <a:lnTo>
                  <a:pt x="25449" y="356298"/>
                </a:lnTo>
                <a:lnTo>
                  <a:pt x="25449" y="50901"/>
                </a:lnTo>
                <a:lnTo>
                  <a:pt x="27446" y="40983"/>
                </a:lnTo>
                <a:lnTo>
                  <a:pt x="32894" y="32894"/>
                </a:lnTo>
                <a:lnTo>
                  <a:pt x="40982" y="27446"/>
                </a:lnTo>
                <a:lnTo>
                  <a:pt x="50899" y="25450"/>
                </a:lnTo>
                <a:lnTo>
                  <a:pt x="348476" y="25450"/>
                </a:lnTo>
                <a:lnTo>
                  <a:pt x="341372" y="14920"/>
                </a:lnTo>
                <a:lnTo>
                  <a:pt x="325192" y="4004"/>
                </a:lnTo>
                <a:lnTo>
                  <a:pt x="305395" y="0"/>
                </a:lnTo>
                <a:close/>
              </a:path>
              <a:path w="356869" h="407669">
                <a:moveTo>
                  <a:pt x="348476" y="25450"/>
                </a:moveTo>
                <a:lnTo>
                  <a:pt x="305395" y="25450"/>
                </a:lnTo>
                <a:lnTo>
                  <a:pt x="315311" y="27446"/>
                </a:lnTo>
                <a:lnTo>
                  <a:pt x="323400" y="32894"/>
                </a:lnTo>
                <a:lnTo>
                  <a:pt x="328848" y="40983"/>
                </a:lnTo>
                <a:lnTo>
                  <a:pt x="330845" y="50901"/>
                </a:lnTo>
                <a:lnTo>
                  <a:pt x="330845" y="356298"/>
                </a:lnTo>
                <a:lnTo>
                  <a:pt x="328848" y="366211"/>
                </a:lnTo>
                <a:lnTo>
                  <a:pt x="323400" y="374300"/>
                </a:lnTo>
                <a:lnTo>
                  <a:pt x="315311" y="379751"/>
                </a:lnTo>
                <a:lnTo>
                  <a:pt x="305395" y="381749"/>
                </a:lnTo>
                <a:lnTo>
                  <a:pt x="348473" y="381749"/>
                </a:lnTo>
                <a:lnTo>
                  <a:pt x="352289" y="376092"/>
                </a:lnTo>
                <a:lnTo>
                  <a:pt x="356294" y="356298"/>
                </a:lnTo>
                <a:lnTo>
                  <a:pt x="356294" y="50901"/>
                </a:lnTo>
                <a:lnTo>
                  <a:pt x="352289" y="31102"/>
                </a:lnTo>
                <a:lnTo>
                  <a:pt x="348476" y="25450"/>
                </a:lnTo>
                <a:close/>
              </a:path>
              <a:path w="356869" h="407669">
                <a:moveTo>
                  <a:pt x="274220" y="305396"/>
                </a:moveTo>
                <a:lnTo>
                  <a:pt x="82073" y="305396"/>
                </a:lnTo>
                <a:lnTo>
                  <a:pt x="76348" y="311124"/>
                </a:lnTo>
                <a:lnTo>
                  <a:pt x="76348" y="325120"/>
                </a:lnTo>
                <a:lnTo>
                  <a:pt x="82073" y="330847"/>
                </a:lnTo>
                <a:lnTo>
                  <a:pt x="274220" y="330847"/>
                </a:lnTo>
                <a:lnTo>
                  <a:pt x="279946" y="325120"/>
                </a:lnTo>
                <a:lnTo>
                  <a:pt x="279946" y="311124"/>
                </a:lnTo>
                <a:lnTo>
                  <a:pt x="274220" y="305396"/>
                </a:lnTo>
                <a:close/>
              </a:path>
              <a:path w="356869" h="407669">
                <a:moveTo>
                  <a:pt x="184829" y="50901"/>
                </a:moveTo>
                <a:lnTo>
                  <a:pt x="171465" y="50901"/>
                </a:lnTo>
                <a:lnTo>
                  <a:pt x="164842" y="51549"/>
                </a:lnTo>
                <a:lnTo>
                  <a:pt x="127148" y="64338"/>
                </a:lnTo>
                <a:lnTo>
                  <a:pt x="97219" y="90576"/>
                </a:lnTo>
                <a:lnTo>
                  <a:pt x="79608" y="126276"/>
                </a:lnTo>
                <a:lnTo>
                  <a:pt x="76348" y="146011"/>
                </a:lnTo>
                <a:lnTo>
                  <a:pt x="76348" y="159385"/>
                </a:lnTo>
                <a:lnTo>
                  <a:pt x="76941" y="165417"/>
                </a:lnTo>
                <a:lnTo>
                  <a:pt x="76998" y="166001"/>
                </a:lnTo>
                <a:lnTo>
                  <a:pt x="89792" y="203695"/>
                </a:lnTo>
                <a:lnTo>
                  <a:pt x="116031" y="233629"/>
                </a:lnTo>
                <a:lnTo>
                  <a:pt x="151730" y="251231"/>
                </a:lnTo>
                <a:lnTo>
                  <a:pt x="171465" y="254495"/>
                </a:lnTo>
                <a:lnTo>
                  <a:pt x="184829" y="254495"/>
                </a:lnTo>
                <a:lnTo>
                  <a:pt x="223277" y="244182"/>
                </a:lnTo>
                <a:lnTo>
                  <a:pt x="245759" y="229044"/>
                </a:lnTo>
                <a:lnTo>
                  <a:pt x="177909" y="229044"/>
                </a:lnTo>
                <a:lnTo>
                  <a:pt x="175999" y="226263"/>
                </a:lnTo>
                <a:lnTo>
                  <a:pt x="173375" y="221970"/>
                </a:lnTo>
                <a:lnTo>
                  <a:pt x="173267" y="221729"/>
                </a:lnTo>
                <a:lnTo>
                  <a:pt x="145539" y="221729"/>
                </a:lnTo>
                <a:lnTo>
                  <a:pt x="130097" y="212010"/>
                </a:lnTo>
                <a:lnTo>
                  <a:pt x="117444" y="198997"/>
                </a:lnTo>
                <a:lnTo>
                  <a:pt x="108162" y="183272"/>
                </a:lnTo>
                <a:lnTo>
                  <a:pt x="102830" y="165417"/>
                </a:lnTo>
                <a:lnTo>
                  <a:pt x="279353" y="165417"/>
                </a:lnTo>
                <a:lnTo>
                  <a:pt x="279946" y="159385"/>
                </a:lnTo>
                <a:lnTo>
                  <a:pt x="279946" y="146011"/>
                </a:lnTo>
                <a:lnTo>
                  <a:pt x="279353" y="139979"/>
                </a:lnTo>
                <a:lnTo>
                  <a:pt x="102830" y="139979"/>
                </a:lnTo>
                <a:lnTo>
                  <a:pt x="108162" y="122118"/>
                </a:lnTo>
                <a:lnTo>
                  <a:pt x="117444" y="106394"/>
                </a:lnTo>
                <a:lnTo>
                  <a:pt x="130097" y="93384"/>
                </a:lnTo>
                <a:lnTo>
                  <a:pt x="145539" y="83667"/>
                </a:lnTo>
                <a:lnTo>
                  <a:pt x="173346" y="83667"/>
                </a:lnTo>
                <a:lnTo>
                  <a:pt x="173454" y="83426"/>
                </a:lnTo>
                <a:lnTo>
                  <a:pt x="176079" y="79133"/>
                </a:lnTo>
                <a:lnTo>
                  <a:pt x="177989" y="76352"/>
                </a:lnTo>
                <a:lnTo>
                  <a:pt x="245771" y="76352"/>
                </a:lnTo>
                <a:lnTo>
                  <a:pt x="245403" y="75984"/>
                </a:lnTo>
                <a:lnTo>
                  <a:pt x="210929" y="56083"/>
                </a:lnTo>
                <a:lnTo>
                  <a:pt x="191452" y="51549"/>
                </a:lnTo>
                <a:lnTo>
                  <a:pt x="184829" y="50901"/>
                </a:lnTo>
                <a:close/>
              </a:path>
              <a:path w="356869" h="407669">
                <a:moveTo>
                  <a:pt x="222364" y="165417"/>
                </a:moveTo>
                <a:lnTo>
                  <a:pt x="196834" y="165417"/>
                </a:lnTo>
                <a:lnTo>
                  <a:pt x="195150" y="181587"/>
                </a:lnTo>
                <a:lnTo>
                  <a:pt x="192473" y="195324"/>
                </a:lnTo>
                <a:lnTo>
                  <a:pt x="178306" y="229044"/>
                </a:lnTo>
                <a:lnTo>
                  <a:pt x="245759" y="229044"/>
                </a:lnTo>
                <a:lnTo>
                  <a:pt x="253079" y="221729"/>
                </a:lnTo>
                <a:lnTo>
                  <a:pt x="210755" y="221729"/>
                </a:lnTo>
                <a:lnTo>
                  <a:pt x="214649" y="210624"/>
                </a:lnTo>
                <a:lnTo>
                  <a:pt x="218006" y="197827"/>
                </a:lnTo>
                <a:lnTo>
                  <a:pt x="218073" y="197569"/>
                </a:lnTo>
                <a:lnTo>
                  <a:pt x="220739" y="182515"/>
                </a:lnTo>
                <a:lnTo>
                  <a:pt x="222308" y="166001"/>
                </a:lnTo>
                <a:lnTo>
                  <a:pt x="222364" y="165417"/>
                </a:lnTo>
                <a:close/>
              </a:path>
              <a:path w="356869" h="407669">
                <a:moveTo>
                  <a:pt x="159379" y="165417"/>
                </a:moveTo>
                <a:lnTo>
                  <a:pt x="133930" y="165417"/>
                </a:lnTo>
                <a:lnTo>
                  <a:pt x="135422" y="181587"/>
                </a:lnTo>
                <a:lnTo>
                  <a:pt x="135508" y="182515"/>
                </a:lnTo>
                <a:lnTo>
                  <a:pt x="138153" y="197569"/>
                </a:lnTo>
                <a:lnTo>
                  <a:pt x="141589" y="210624"/>
                </a:lnTo>
                <a:lnTo>
                  <a:pt x="145539" y="221729"/>
                </a:lnTo>
                <a:lnTo>
                  <a:pt x="173267" y="221729"/>
                </a:lnTo>
                <a:lnTo>
                  <a:pt x="170671" y="215925"/>
                </a:lnTo>
                <a:lnTo>
                  <a:pt x="167094" y="206735"/>
                </a:lnTo>
                <a:lnTo>
                  <a:pt x="163771" y="195324"/>
                </a:lnTo>
                <a:lnTo>
                  <a:pt x="161075" y="181587"/>
                </a:lnTo>
                <a:lnTo>
                  <a:pt x="159441" y="166001"/>
                </a:lnTo>
                <a:lnTo>
                  <a:pt x="159379" y="165417"/>
                </a:lnTo>
                <a:close/>
              </a:path>
              <a:path w="356869" h="407669">
                <a:moveTo>
                  <a:pt x="279353" y="165417"/>
                </a:moveTo>
                <a:lnTo>
                  <a:pt x="253464" y="165417"/>
                </a:lnTo>
                <a:lnTo>
                  <a:pt x="248132" y="183272"/>
                </a:lnTo>
                <a:lnTo>
                  <a:pt x="238850" y="198997"/>
                </a:lnTo>
                <a:lnTo>
                  <a:pt x="226197" y="212010"/>
                </a:lnTo>
                <a:lnTo>
                  <a:pt x="210755" y="221729"/>
                </a:lnTo>
                <a:lnTo>
                  <a:pt x="253079" y="221729"/>
                </a:lnTo>
                <a:lnTo>
                  <a:pt x="274756" y="185483"/>
                </a:lnTo>
                <a:lnTo>
                  <a:pt x="279295" y="166001"/>
                </a:lnTo>
                <a:lnTo>
                  <a:pt x="279353" y="165417"/>
                </a:lnTo>
                <a:close/>
              </a:path>
              <a:path w="356869" h="407669">
                <a:moveTo>
                  <a:pt x="173346" y="83667"/>
                </a:moveTo>
                <a:lnTo>
                  <a:pt x="145539" y="83667"/>
                </a:lnTo>
                <a:lnTo>
                  <a:pt x="141634" y="94804"/>
                </a:lnTo>
                <a:lnTo>
                  <a:pt x="133985" y="139395"/>
                </a:lnTo>
                <a:lnTo>
                  <a:pt x="133930" y="139979"/>
                </a:lnTo>
                <a:lnTo>
                  <a:pt x="159459" y="139979"/>
                </a:lnTo>
                <a:lnTo>
                  <a:pt x="161144" y="123809"/>
                </a:lnTo>
                <a:lnTo>
                  <a:pt x="163821" y="110072"/>
                </a:lnTo>
                <a:lnTo>
                  <a:pt x="167140" y="98661"/>
                </a:lnTo>
                <a:lnTo>
                  <a:pt x="170750" y="89471"/>
                </a:lnTo>
                <a:lnTo>
                  <a:pt x="173346" y="83667"/>
                </a:lnTo>
                <a:close/>
              </a:path>
              <a:path w="356869" h="407669">
                <a:moveTo>
                  <a:pt x="245771" y="76352"/>
                </a:moveTo>
                <a:lnTo>
                  <a:pt x="178385" y="76352"/>
                </a:lnTo>
                <a:lnTo>
                  <a:pt x="180295" y="79133"/>
                </a:lnTo>
                <a:lnTo>
                  <a:pt x="182919" y="83426"/>
                </a:lnTo>
                <a:lnTo>
                  <a:pt x="195218" y="123809"/>
                </a:lnTo>
                <a:lnTo>
                  <a:pt x="196914" y="139979"/>
                </a:lnTo>
                <a:lnTo>
                  <a:pt x="222364" y="139979"/>
                </a:lnTo>
                <a:lnTo>
                  <a:pt x="214715" y="94804"/>
                </a:lnTo>
                <a:lnTo>
                  <a:pt x="210755" y="83667"/>
                </a:lnTo>
                <a:lnTo>
                  <a:pt x="253081" y="83667"/>
                </a:lnTo>
                <a:lnTo>
                  <a:pt x="245771" y="76352"/>
                </a:lnTo>
                <a:close/>
              </a:path>
              <a:path w="356869" h="407669">
                <a:moveTo>
                  <a:pt x="253081" y="83667"/>
                </a:moveTo>
                <a:lnTo>
                  <a:pt x="210755" y="83667"/>
                </a:lnTo>
                <a:lnTo>
                  <a:pt x="226197" y="93384"/>
                </a:lnTo>
                <a:lnTo>
                  <a:pt x="238850" y="106394"/>
                </a:lnTo>
                <a:lnTo>
                  <a:pt x="248132" y="122118"/>
                </a:lnTo>
                <a:lnTo>
                  <a:pt x="253464" y="139979"/>
                </a:lnTo>
                <a:lnTo>
                  <a:pt x="279353" y="139979"/>
                </a:lnTo>
                <a:lnTo>
                  <a:pt x="266501" y="101701"/>
                </a:lnTo>
                <a:lnTo>
                  <a:pt x="254858" y="85445"/>
                </a:lnTo>
                <a:lnTo>
                  <a:pt x="253081" y="83667"/>
                </a:lnTo>
                <a:close/>
              </a:path>
            </a:pathLst>
          </a:custGeom>
          <a:solidFill>
            <a:srgbClr val="1A2D7A"/>
          </a:solidFill>
        </p:spPr>
        <p:txBody>
          <a:bodyPr wrap="square" lIns="0" tIns="0" rIns="0" bIns="0" rtlCol="0"/>
          <a:lstStyle/>
          <a:p>
            <a:endParaRPr/>
          </a:p>
        </p:txBody>
      </p:sp>
      <p:sp>
        <p:nvSpPr>
          <p:cNvPr id="5" name="object 5"/>
          <p:cNvSpPr/>
          <p:nvPr/>
        </p:nvSpPr>
        <p:spPr>
          <a:xfrm>
            <a:off x="571520" y="3770705"/>
            <a:ext cx="408940" cy="408940"/>
          </a:xfrm>
          <a:custGeom>
            <a:avLst/>
            <a:gdLst/>
            <a:ahLst/>
            <a:cxnLst/>
            <a:rect l="l" t="t" r="r" b="b"/>
            <a:pathLst>
              <a:path w="408940" h="408939">
                <a:moveTo>
                  <a:pt x="114543" y="230260"/>
                </a:moveTo>
                <a:lnTo>
                  <a:pt x="7456" y="326796"/>
                </a:lnTo>
                <a:lnTo>
                  <a:pt x="0" y="344800"/>
                </a:lnTo>
                <a:lnTo>
                  <a:pt x="1864" y="354387"/>
                </a:lnTo>
                <a:lnTo>
                  <a:pt x="7456" y="362813"/>
                </a:lnTo>
                <a:lnTo>
                  <a:pt x="45629" y="400989"/>
                </a:lnTo>
                <a:lnTo>
                  <a:pt x="54054" y="406583"/>
                </a:lnTo>
                <a:lnTo>
                  <a:pt x="63643" y="408447"/>
                </a:lnTo>
                <a:lnTo>
                  <a:pt x="73231" y="406583"/>
                </a:lnTo>
                <a:lnTo>
                  <a:pt x="81657" y="400989"/>
                </a:lnTo>
                <a:lnTo>
                  <a:pt x="99702" y="382943"/>
                </a:lnTo>
                <a:lnTo>
                  <a:pt x="63604" y="382943"/>
                </a:lnTo>
                <a:lnTo>
                  <a:pt x="25462" y="344800"/>
                </a:lnTo>
                <a:lnTo>
                  <a:pt x="114503" y="255689"/>
                </a:lnTo>
                <a:lnTo>
                  <a:pt x="170728" y="255689"/>
                </a:lnTo>
                <a:lnTo>
                  <a:pt x="178604" y="247815"/>
                </a:lnTo>
                <a:lnTo>
                  <a:pt x="142656" y="247815"/>
                </a:lnTo>
                <a:lnTo>
                  <a:pt x="132556" y="237718"/>
                </a:lnTo>
                <a:lnTo>
                  <a:pt x="124131" y="232125"/>
                </a:lnTo>
                <a:lnTo>
                  <a:pt x="114543" y="230260"/>
                </a:lnTo>
                <a:close/>
              </a:path>
              <a:path w="408940" h="408939">
                <a:moveTo>
                  <a:pt x="170728" y="255689"/>
                </a:moveTo>
                <a:lnTo>
                  <a:pt x="114503" y="255689"/>
                </a:lnTo>
                <a:lnTo>
                  <a:pt x="152634" y="293908"/>
                </a:lnTo>
                <a:lnTo>
                  <a:pt x="63604" y="382943"/>
                </a:lnTo>
                <a:lnTo>
                  <a:pt x="99702" y="382943"/>
                </a:lnTo>
                <a:lnTo>
                  <a:pt x="170729" y="311912"/>
                </a:lnTo>
                <a:lnTo>
                  <a:pt x="176322" y="303492"/>
                </a:lnTo>
                <a:lnTo>
                  <a:pt x="178186" y="293908"/>
                </a:lnTo>
                <a:lnTo>
                  <a:pt x="176322" y="284321"/>
                </a:lnTo>
                <a:lnTo>
                  <a:pt x="170729" y="275894"/>
                </a:lnTo>
                <a:lnTo>
                  <a:pt x="160629" y="265785"/>
                </a:lnTo>
                <a:lnTo>
                  <a:pt x="170728" y="255689"/>
                </a:lnTo>
                <a:close/>
              </a:path>
              <a:path w="408940" h="408939">
                <a:moveTo>
                  <a:pt x="182272" y="127330"/>
                </a:moveTo>
                <a:lnTo>
                  <a:pt x="146312" y="127330"/>
                </a:lnTo>
                <a:lnTo>
                  <a:pt x="281037" y="262051"/>
                </a:lnTo>
                <a:lnTo>
                  <a:pt x="266010" y="277088"/>
                </a:lnTo>
                <a:lnTo>
                  <a:pt x="266010" y="285191"/>
                </a:lnTo>
                <a:lnTo>
                  <a:pt x="275866" y="295059"/>
                </a:lnTo>
                <a:lnTo>
                  <a:pt x="283983" y="295059"/>
                </a:lnTo>
                <a:lnTo>
                  <a:pt x="334960" y="244081"/>
                </a:lnTo>
                <a:lnTo>
                  <a:pt x="299010" y="244081"/>
                </a:lnTo>
                <a:lnTo>
                  <a:pt x="182272" y="127330"/>
                </a:lnTo>
                <a:close/>
              </a:path>
              <a:path w="408940" h="408939">
                <a:moveTo>
                  <a:pt x="182264" y="208203"/>
                </a:moveTo>
                <a:lnTo>
                  <a:pt x="142656" y="247815"/>
                </a:lnTo>
                <a:lnTo>
                  <a:pt x="178604" y="247815"/>
                </a:lnTo>
                <a:lnTo>
                  <a:pt x="200238" y="226187"/>
                </a:lnTo>
                <a:lnTo>
                  <a:pt x="182264" y="208203"/>
                </a:lnTo>
                <a:close/>
              </a:path>
              <a:path w="408940" h="408939">
                <a:moveTo>
                  <a:pt x="258609" y="50977"/>
                </a:moveTo>
                <a:lnTo>
                  <a:pt x="222661" y="50977"/>
                </a:lnTo>
                <a:lnTo>
                  <a:pt x="357385" y="185699"/>
                </a:lnTo>
                <a:lnTo>
                  <a:pt x="299010" y="244081"/>
                </a:lnTo>
                <a:lnTo>
                  <a:pt x="334960" y="244081"/>
                </a:lnTo>
                <a:lnTo>
                  <a:pt x="408364" y="170675"/>
                </a:lnTo>
                <a:lnTo>
                  <a:pt x="408364" y="167728"/>
                </a:lnTo>
                <a:lnTo>
                  <a:pt x="375358" y="167728"/>
                </a:lnTo>
                <a:lnTo>
                  <a:pt x="258609" y="50977"/>
                </a:lnTo>
                <a:close/>
              </a:path>
              <a:path w="408940" h="408939">
                <a:moveTo>
                  <a:pt x="398506" y="152692"/>
                </a:moveTo>
                <a:lnTo>
                  <a:pt x="390390" y="152692"/>
                </a:lnTo>
                <a:lnTo>
                  <a:pt x="375358" y="167728"/>
                </a:lnTo>
                <a:lnTo>
                  <a:pt x="408364" y="167728"/>
                </a:lnTo>
                <a:lnTo>
                  <a:pt x="408364" y="162560"/>
                </a:lnTo>
                <a:lnTo>
                  <a:pt x="398506" y="152692"/>
                </a:lnTo>
                <a:close/>
              </a:path>
              <a:path w="408940" h="408939">
                <a:moveTo>
                  <a:pt x="245808" y="0"/>
                </a:moveTo>
                <a:lnTo>
                  <a:pt x="237693" y="0"/>
                </a:lnTo>
                <a:lnTo>
                  <a:pt x="113311" y="124383"/>
                </a:lnTo>
                <a:lnTo>
                  <a:pt x="113311" y="132499"/>
                </a:lnTo>
                <a:lnTo>
                  <a:pt x="123169" y="142354"/>
                </a:lnTo>
                <a:lnTo>
                  <a:pt x="131286" y="142354"/>
                </a:lnTo>
                <a:lnTo>
                  <a:pt x="146312" y="127330"/>
                </a:lnTo>
                <a:lnTo>
                  <a:pt x="182272" y="127330"/>
                </a:lnTo>
                <a:lnTo>
                  <a:pt x="164291" y="109347"/>
                </a:lnTo>
                <a:lnTo>
                  <a:pt x="222661" y="50977"/>
                </a:lnTo>
                <a:lnTo>
                  <a:pt x="258609" y="50977"/>
                </a:lnTo>
                <a:lnTo>
                  <a:pt x="240639" y="33007"/>
                </a:lnTo>
                <a:lnTo>
                  <a:pt x="255666" y="17970"/>
                </a:lnTo>
                <a:lnTo>
                  <a:pt x="255666" y="9855"/>
                </a:lnTo>
                <a:lnTo>
                  <a:pt x="245808" y="0"/>
                </a:lnTo>
                <a:close/>
              </a:path>
            </a:pathLst>
          </a:custGeom>
          <a:solidFill>
            <a:srgbClr val="1A2D7A"/>
          </a:solidFill>
        </p:spPr>
        <p:txBody>
          <a:bodyPr wrap="square" lIns="0" tIns="0" rIns="0" bIns="0" rtlCol="0"/>
          <a:lstStyle/>
          <a:p>
            <a:endParaRPr/>
          </a:p>
        </p:txBody>
      </p:sp>
      <p:sp>
        <p:nvSpPr>
          <p:cNvPr id="6" name="object 6"/>
          <p:cNvSpPr/>
          <p:nvPr/>
        </p:nvSpPr>
        <p:spPr>
          <a:xfrm>
            <a:off x="571500" y="4886325"/>
            <a:ext cx="407670" cy="408305"/>
          </a:xfrm>
          <a:custGeom>
            <a:avLst/>
            <a:gdLst/>
            <a:ahLst/>
            <a:cxnLst/>
            <a:rect l="l" t="t" r="r" b="b"/>
            <a:pathLst>
              <a:path w="407669" h="408304">
                <a:moveTo>
                  <a:pt x="356294" y="0"/>
                </a:moveTo>
                <a:lnTo>
                  <a:pt x="50899" y="0"/>
                </a:lnTo>
                <a:lnTo>
                  <a:pt x="31102" y="4004"/>
                </a:lnTo>
                <a:lnTo>
                  <a:pt x="14922" y="14920"/>
                </a:lnTo>
                <a:lnTo>
                  <a:pt x="4005" y="31102"/>
                </a:lnTo>
                <a:lnTo>
                  <a:pt x="0" y="50901"/>
                </a:lnTo>
                <a:lnTo>
                  <a:pt x="0" y="279946"/>
                </a:lnTo>
                <a:lnTo>
                  <a:pt x="4005" y="299743"/>
                </a:lnTo>
                <a:lnTo>
                  <a:pt x="14922" y="315924"/>
                </a:lnTo>
                <a:lnTo>
                  <a:pt x="31102" y="326841"/>
                </a:lnTo>
                <a:lnTo>
                  <a:pt x="50899" y="330846"/>
                </a:lnTo>
                <a:lnTo>
                  <a:pt x="127247" y="330846"/>
                </a:lnTo>
                <a:lnTo>
                  <a:pt x="127247" y="399322"/>
                </a:lnTo>
                <a:lnTo>
                  <a:pt x="129951" y="403692"/>
                </a:lnTo>
                <a:lnTo>
                  <a:pt x="138539" y="407988"/>
                </a:lnTo>
                <a:lnTo>
                  <a:pt x="143708" y="407512"/>
                </a:lnTo>
                <a:lnTo>
                  <a:pt x="147608" y="404649"/>
                </a:lnTo>
                <a:lnTo>
                  <a:pt x="195102" y="369020"/>
                </a:lnTo>
                <a:lnTo>
                  <a:pt x="152697" y="369020"/>
                </a:lnTo>
                <a:lnTo>
                  <a:pt x="152697" y="330846"/>
                </a:lnTo>
                <a:lnTo>
                  <a:pt x="150700" y="320930"/>
                </a:lnTo>
                <a:lnTo>
                  <a:pt x="145252" y="312841"/>
                </a:lnTo>
                <a:lnTo>
                  <a:pt x="137163" y="307393"/>
                </a:lnTo>
                <a:lnTo>
                  <a:pt x="127247" y="305396"/>
                </a:lnTo>
                <a:lnTo>
                  <a:pt x="50899" y="305396"/>
                </a:lnTo>
                <a:lnTo>
                  <a:pt x="40982" y="303399"/>
                </a:lnTo>
                <a:lnTo>
                  <a:pt x="32894" y="297949"/>
                </a:lnTo>
                <a:lnTo>
                  <a:pt x="27446" y="289860"/>
                </a:lnTo>
                <a:lnTo>
                  <a:pt x="25449" y="279946"/>
                </a:lnTo>
                <a:lnTo>
                  <a:pt x="25449" y="50901"/>
                </a:lnTo>
                <a:lnTo>
                  <a:pt x="27446" y="40983"/>
                </a:lnTo>
                <a:lnTo>
                  <a:pt x="32894" y="32894"/>
                </a:lnTo>
                <a:lnTo>
                  <a:pt x="40982" y="27446"/>
                </a:lnTo>
                <a:lnTo>
                  <a:pt x="50899" y="25450"/>
                </a:lnTo>
                <a:lnTo>
                  <a:pt x="399375" y="25450"/>
                </a:lnTo>
                <a:lnTo>
                  <a:pt x="392271" y="14920"/>
                </a:lnTo>
                <a:lnTo>
                  <a:pt x="376091" y="4004"/>
                </a:lnTo>
                <a:lnTo>
                  <a:pt x="356294" y="0"/>
                </a:lnTo>
                <a:close/>
              </a:path>
              <a:path w="407669" h="408304">
                <a:moveTo>
                  <a:pt x="399375" y="25450"/>
                </a:moveTo>
                <a:lnTo>
                  <a:pt x="356294" y="25450"/>
                </a:lnTo>
                <a:lnTo>
                  <a:pt x="366210" y="27446"/>
                </a:lnTo>
                <a:lnTo>
                  <a:pt x="374299" y="32894"/>
                </a:lnTo>
                <a:lnTo>
                  <a:pt x="379747" y="40983"/>
                </a:lnTo>
                <a:lnTo>
                  <a:pt x="381744" y="50901"/>
                </a:lnTo>
                <a:lnTo>
                  <a:pt x="381744" y="279946"/>
                </a:lnTo>
                <a:lnTo>
                  <a:pt x="379747" y="289860"/>
                </a:lnTo>
                <a:lnTo>
                  <a:pt x="374299" y="297949"/>
                </a:lnTo>
                <a:lnTo>
                  <a:pt x="366210" y="303399"/>
                </a:lnTo>
                <a:lnTo>
                  <a:pt x="356294" y="305396"/>
                </a:lnTo>
                <a:lnTo>
                  <a:pt x="240496" y="305396"/>
                </a:lnTo>
                <a:lnTo>
                  <a:pt x="235088" y="307143"/>
                </a:lnTo>
                <a:lnTo>
                  <a:pt x="230718" y="310485"/>
                </a:lnTo>
                <a:lnTo>
                  <a:pt x="152697" y="369020"/>
                </a:lnTo>
                <a:lnTo>
                  <a:pt x="195102" y="369020"/>
                </a:lnTo>
                <a:lnTo>
                  <a:pt x="245987" y="330846"/>
                </a:lnTo>
                <a:lnTo>
                  <a:pt x="356294" y="330846"/>
                </a:lnTo>
                <a:lnTo>
                  <a:pt x="376091" y="326841"/>
                </a:lnTo>
                <a:lnTo>
                  <a:pt x="392271" y="315924"/>
                </a:lnTo>
                <a:lnTo>
                  <a:pt x="403188" y="299743"/>
                </a:lnTo>
                <a:lnTo>
                  <a:pt x="407193" y="279946"/>
                </a:lnTo>
                <a:lnTo>
                  <a:pt x="407193" y="50901"/>
                </a:lnTo>
                <a:lnTo>
                  <a:pt x="403188" y="31102"/>
                </a:lnTo>
                <a:lnTo>
                  <a:pt x="399375" y="25450"/>
                </a:lnTo>
                <a:close/>
              </a:path>
              <a:path w="407669" h="408304">
                <a:moveTo>
                  <a:pt x="127882" y="114528"/>
                </a:moveTo>
                <a:lnTo>
                  <a:pt x="105613" y="114528"/>
                </a:lnTo>
                <a:lnTo>
                  <a:pt x="93807" y="116916"/>
                </a:lnTo>
                <a:lnTo>
                  <a:pt x="94103" y="116916"/>
                </a:lnTo>
                <a:lnTo>
                  <a:pt x="84927" y="123105"/>
                </a:lnTo>
                <a:lnTo>
                  <a:pt x="78651" y="132407"/>
                </a:lnTo>
                <a:lnTo>
                  <a:pt x="76348" y="143789"/>
                </a:lnTo>
                <a:lnTo>
                  <a:pt x="77245" y="150959"/>
                </a:lnTo>
                <a:lnTo>
                  <a:pt x="79828" y="157610"/>
                </a:lnTo>
                <a:lnTo>
                  <a:pt x="83931" y="163456"/>
                </a:lnTo>
                <a:lnTo>
                  <a:pt x="89391" y="168211"/>
                </a:lnTo>
                <a:lnTo>
                  <a:pt x="112772" y="183794"/>
                </a:lnTo>
                <a:lnTo>
                  <a:pt x="113808" y="184505"/>
                </a:lnTo>
                <a:lnTo>
                  <a:pt x="114523" y="185699"/>
                </a:lnTo>
                <a:lnTo>
                  <a:pt x="114523" y="189115"/>
                </a:lnTo>
                <a:lnTo>
                  <a:pt x="112692" y="190868"/>
                </a:lnTo>
                <a:lnTo>
                  <a:pt x="81997" y="190868"/>
                </a:lnTo>
                <a:lnTo>
                  <a:pt x="76348" y="196519"/>
                </a:lnTo>
                <a:lnTo>
                  <a:pt x="76424" y="210591"/>
                </a:lnTo>
                <a:lnTo>
                  <a:pt x="82149" y="216319"/>
                </a:lnTo>
                <a:lnTo>
                  <a:pt x="110326" y="216319"/>
                </a:lnTo>
                <a:lnTo>
                  <a:pt x="122089" y="213938"/>
                </a:lnTo>
                <a:lnTo>
                  <a:pt x="131393" y="207659"/>
                </a:lnTo>
                <a:lnTo>
                  <a:pt x="137670" y="198353"/>
                </a:lnTo>
                <a:lnTo>
                  <a:pt x="139973" y="186969"/>
                </a:lnTo>
                <a:lnTo>
                  <a:pt x="139075" y="179801"/>
                </a:lnTo>
                <a:lnTo>
                  <a:pt x="136493" y="173154"/>
                </a:lnTo>
                <a:lnTo>
                  <a:pt x="132390" y="167313"/>
                </a:lnTo>
                <a:lnTo>
                  <a:pt x="126930" y="162560"/>
                </a:lnTo>
                <a:lnTo>
                  <a:pt x="103549" y="146964"/>
                </a:lnTo>
                <a:lnTo>
                  <a:pt x="102513" y="146253"/>
                </a:lnTo>
                <a:lnTo>
                  <a:pt x="101798" y="145059"/>
                </a:lnTo>
                <a:lnTo>
                  <a:pt x="101798" y="141643"/>
                </a:lnTo>
                <a:lnTo>
                  <a:pt x="103549" y="139979"/>
                </a:lnTo>
                <a:lnTo>
                  <a:pt x="127882" y="139979"/>
                </a:lnTo>
                <a:lnTo>
                  <a:pt x="133607" y="134239"/>
                </a:lnTo>
                <a:lnTo>
                  <a:pt x="133607" y="120243"/>
                </a:lnTo>
                <a:lnTo>
                  <a:pt x="127882" y="114528"/>
                </a:lnTo>
                <a:close/>
              </a:path>
              <a:path w="407669" h="408304">
                <a:moveTo>
                  <a:pt x="166612" y="113411"/>
                </a:moveTo>
                <a:lnTo>
                  <a:pt x="156116" y="116916"/>
                </a:lnTo>
                <a:lnTo>
                  <a:pt x="152697" y="121767"/>
                </a:lnTo>
                <a:lnTo>
                  <a:pt x="152697" y="210591"/>
                </a:lnTo>
                <a:lnTo>
                  <a:pt x="158422" y="216319"/>
                </a:lnTo>
                <a:lnTo>
                  <a:pt x="172422" y="216319"/>
                </a:lnTo>
                <a:lnTo>
                  <a:pt x="178146" y="210591"/>
                </a:lnTo>
                <a:lnTo>
                  <a:pt x="178146" y="165417"/>
                </a:lnTo>
                <a:lnTo>
                  <a:pt x="254496" y="165417"/>
                </a:lnTo>
                <a:lnTo>
                  <a:pt x="254496" y="156908"/>
                </a:lnTo>
                <a:lnTo>
                  <a:pt x="203597" y="156908"/>
                </a:lnTo>
                <a:lnTo>
                  <a:pt x="172342" y="115239"/>
                </a:lnTo>
                <a:lnTo>
                  <a:pt x="166612" y="113411"/>
                </a:lnTo>
                <a:close/>
              </a:path>
              <a:path w="407669" h="408304">
                <a:moveTo>
                  <a:pt x="254496" y="165417"/>
                </a:moveTo>
                <a:lnTo>
                  <a:pt x="229047" y="165417"/>
                </a:lnTo>
                <a:lnTo>
                  <a:pt x="229047" y="210591"/>
                </a:lnTo>
                <a:lnTo>
                  <a:pt x="234770" y="216319"/>
                </a:lnTo>
                <a:lnTo>
                  <a:pt x="248771" y="216319"/>
                </a:lnTo>
                <a:lnTo>
                  <a:pt x="254496" y="210591"/>
                </a:lnTo>
                <a:lnTo>
                  <a:pt x="254496" y="165417"/>
                </a:lnTo>
                <a:close/>
              </a:path>
              <a:path w="407669" h="408304">
                <a:moveTo>
                  <a:pt x="318754" y="114528"/>
                </a:moveTo>
                <a:lnTo>
                  <a:pt x="296485" y="114528"/>
                </a:lnTo>
                <a:lnTo>
                  <a:pt x="284679" y="116916"/>
                </a:lnTo>
                <a:lnTo>
                  <a:pt x="284975" y="116916"/>
                </a:lnTo>
                <a:lnTo>
                  <a:pt x="275799" y="123105"/>
                </a:lnTo>
                <a:lnTo>
                  <a:pt x="269523" y="132407"/>
                </a:lnTo>
                <a:lnTo>
                  <a:pt x="267220" y="143789"/>
                </a:lnTo>
                <a:lnTo>
                  <a:pt x="268117" y="150959"/>
                </a:lnTo>
                <a:lnTo>
                  <a:pt x="270700" y="157610"/>
                </a:lnTo>
                <a:lnTo>
                  <a:pt x="274803" y="163456"/>
                </a:lnTo>
                <a:lnTo>
                  <a:pt x="280263" y="168211"/>
                </a:lnTo>
                <a:lnTo>
                  <a:pt x="303644" y="183794"/>
                </a:lnTo>
                <a:lnTo>
                  <a:pt x="304680" y="184505"/>
                </a:lnTo>
                <a:lnTo>
                  <a:pt x="305395" y="185699"/>
                </a:lnTo>
                <a:lnTo>
                  <a:pt x="305395" y="189115"/>
                </a:lnTo>
                <a:lnTo>
                  <a:pt x="303564" y="190868"/>
                </a:lnTo>
                <a:lnTo>
                  <a:pt x="272869" y="190868"/>
                </a:lnTo>
                <a:lnTo>
                  <a:pt x="267220" y="196519"/>
                </a:lnTo>
                <a:lnTo>
                  <a:pt x="267296" y="210591"/>
                </a:lnTo>
                <a:lnTo>
                  <a:pt x="273022" y="216319"/>
                </a:lnTo>
                <a:lnTo>
                  <a:pt x="301198" y="216319"/>
                </a:lnTo>
                <a:lnTo>
                  <a:pt x="312961" y="213938"/>
                </a:lnTo>
                <a:lnTo>
                  <a:pt x="322265" y="207659"/>
                </a:lnTo>
                <a:lnTo>
                  <a:pt x="328542" y="198353"/>
                </a:lnTo>
                <a:lnTo>
                  <a:pt x="330845" y="186969"/>
                </a:lnTo>
                <a:lnTo>
                  <a:pt x="329947" y="179801"/>
                </a:lnTo>
                <a:lnTo>
                  <a:pt x="327365" y="173154"/>
                </a:lnTo>
                <a:lnTo>
                  <a:pt x="323262" y="167313"/>
                </a:lnTo>
                <a:lnTo>
                  <a:pt x="317802" y="162560"/>
                </a:lnTo>
                <a:lnTo>
                  <a:pt x="294421" y="146964"/>
                </a:lnTo>
                <a:lnTo>
                  <a:pt x="293385" y="146253"/>
                </a:lnTo>
                <a:lnTo>
                  <a:pt x="292670" y="145059"/>
                </a:lnTo>
                <a:lnTo>
                  <a:pt x="292670" y="141643"/>
                </a:lnTo>
                <a:lnTo>
                  <a:pt x="294421" y="139979"/>
                </a:lnTo>
                <a:lnTo>
                  <a:pt x="318754" y="139979"/>
                </a:lnTo>
                <a:lnTo>
                  <a:pt x="324479" y="134239"/>
                </a:lnTo>
                <a:lnTo>
                  <a:pt x="324479" y="120243"/>
                </a:lnTo>
                <a:lnTo>
                  <a:pt x="318754" y="114528"/>
                </a:lnTo>
                <a:close/>
              </a:path>
              <a:path w="407669" h="408304">
                <a:moveTo>
                  <a:pt x="229047" y="165417"/>
                </a:moveTo>
                <a:lnTo>
                  <a:pt x="178146" y="165417"/>
                </a:lnTo>
                <a:lnTo>
                  <a:pt x="195803" y="188963"/>
                </a:lnTo>
                <a:lnTo>
                  <a:pt x="199618" y="190868"/>
                </a:lnTo>
                <a:lnTo>
                  <a:pt x="207575" y="190868"/>
                </a:lnTo>
                <a:lnTo>
                  <a:pt x="211390" y="188963"/>
                </a:lnTo>
                <a:lnTo>
                  <a:pt x="229047" y="165417"/>
                </a:lnTo>
                <a:close/>
              </a:path>
              <a:path w="407669" h="408304">
                <a:moveTo>
                  <a:pt x="240659" y="113411"/>
                </a:moveTo>
                <a:lnTo>
                  <a:pt x="234929" y="115239"/>
                </a:lnTo>
                <a:lnTo>
                  <a:pt x="231590" y="119608"/>
                </a:lnTo>
                <a:lnTo>
                  <a:pt x="203597" y="156908"/>
                </a:lnTo>
                <a:lnTo>
                  <a:pt x="254496" y="156908"/>
                </a:lnTo>
                <a:lnTo>
                  <a:pt x="254496" y="121767"/>
                </a:lnTo>
                <a:lnTo>
                  <a:pt x="250998" y="116916"/>
                </a:lnTo>
                <a:lnTo>
                  <a:pt x="240659" y="113411"/>
                </a:lnTo>
                <a:close/>
              </a:path>
            </a:pathLst>
          </a:custGeom>
          <a:solidFill>
            <a:srgbClr val="1A2D7A"/>
          </a:solidFill>
        </p:spPr>
        <p:txBody>
          <a:bodyPr wrap="square" lIns="0" tIns="0" rIns="0" bIns="0" rtlCol="0"/>
          <a:lstStyle/>
          <a:p>
            <a:endParaRPr/>
          </a:p>
        </p:txBody>
      </p:sp>
      <p:sp>
        <p:nvSpPr>
          <p:cNvPr id="7" name="object 7"/>
          <p:cNvSpPr txBox="1"/>
          <p:nvPr/>
        </p:nvSpPr>
        <p:spPr>
          <a:xfrm>
            <a:off x="1167674" y="1620837"/>
            <a:ext cx="4669790" cy="4015740"/>
          </a:xfrm>
          <a:prstGeom prst="rect">
            <a:avLst/>
          </a:prstGeom>
        </p:spPr>
        <p:txBody>
          <a:bodyPr vert="horz" wrap="square" lIns="0" tIns="17145" rIns="0" bIns="0" rtlCol="0">
            <a:spAutoFit/>
          </a:bodyPr>
          <a:lstStyle/>
          <a:p>
            <a:pPr marL="12700">
              <a:lnSpc>
                <a:spcPct val="100000"/>
              </a:lnSpc>
              <a:spcBef>
                <a:spcPts val="135"/>
              </a:spcBef>
            </a:pPr>
            <a:r>
              <a:rPr sz="1650" b="1" dirty="0">
                <a:solidFill>
                  <a:srgbClr val="3B3434"/>
                </a:solidFill>
                <a:latin typeface="Tahoma"/>
                <a:cs typeface="Tahoma"/>
              </a:rPr>
              <a:t>AI-Powered</a:t>
            </a:r>
            <a:r>
              <a:rPr sz="1650" b="1" spc="30" dirty="0">
                <a:solidFill>
                  <a:srgbClr val="3B3434"/>
                </a:solidFill>
                <a:latin typeface="Tahoma"/>
                <a:cs typeface="Tahoma"/>
              </a:rPr>
              <a:t> </a:t>
            </a:r>
            <a:r>
              <a:rPr sz="1650" b="1" spc="-10" dirty="0">
                <a:solidFill>
                  <a:srgbClr val="3B3434"/>
                </a:solidFill>
                <a:latin typeface="Tahoma"/>
                <a:cs typeface="Tahoma"/>
              </a:rPr>
              <a:t>Guidance</a:t>
            </a:r>
            <a:endParaRPr sz="1650">
              <a:latin typeface="Tahoma"/>
              <a:cs typeface="Tahoma"/>
            </a:endParaRPr>
          </a:p>
          <a:p>
            <a:pPr marL="12700">
              <a:lnSpc>
                <a:spcPct val="100000"/>
              </a:lnSpc>
              <a:spcBef>
                <a:spcPts val="1645"/>
              </a:spcBef>
            </a:pPr>
            <a:r>
              <a:rPr sz="1250" spc="10" dirty="0">
                <a:solidFill>
                  <a:srgbClr val="3B3434"/>
                </a:solidFill>
                <a:latin typeface="Verdana"/>
                <a:cs typeface="Verdana"/>
              </a:rPr>
              <a:t>Legal</a:t>
            </a:r>
            <a:r>
              <a:rPr sz="1250" spc="-45" dirty="0">
                <a:solidFill>
                  <a:srgbClr val="3B3434"/>
                </a:solidFill>
                <a:latin typeface="Verdana"/>
                <a:cs typeface="Verdana"/>
              </a:rPr>
              <a:t> </a:t>
            </a:r>
            <a:r>
              <a:rPr sz="1250" spc="10" dirty="0">
                <a:solidFill>
                  <a:srgbClr val="3B3434"/>
                </a:solidFill>
                <a:latin typeface="Verdana"/>
                <a:cs typeface="Verdana"/>
              </a:rPr>
              <a:t>assistance</a:t>
            </a:r>
            <a:r>
              <a:rPr sz="1250" spc="-40" dirty="0">
                <a:solidFill>
                  <a:srgbClr val="3B3434"/>
                </a:solidFill>
                <a:latin typeface="Verdana"/>
                <a:cs typeface="Verdana"/>
              </a:rPr>
              <a:t> </a:t>
            </a:r>
            <a:r>
              <a:rPr sz="1250" spc="10" dirty="0">
                <a:solidFill>
                  <a:srgbClr val="3B3434"/>
                </a:solidFill>
                <a:latin typeface="Verdana"/>
                <a:cs typeface="Verdana"/>
              </a:rPr>
              <a:t>in</a:t>
            </a:r>
            <a:r>
              <a:rPr sz="1250" spc="-40" dirty="0">
                <a:solidFill>
                  <a:srgbClr val="3B3434"/>
                </a:solidFill>
                <a:latin typeface="Verdana"/>
                <a:cs typeface="Verdana"/>
              </a:rPr>
              <a:t> </a:t>
            </a:r>
            <a:r>
              <a:rPr sz="1250" dirty="0">
                <a:solidFill>
                  <a:srgbClr val="3B3434"/>
                </a:solidFill>
                <a:latin typeface="Verdana"/>
                <a:cs typeface="Verdana"/>
              </a:rPr>
              <a:t>simple,</a:t>
            </a:r>
            <a:r>
              <a:rPr sz="1250" spc="-45" dirty="0">
                <a:solidFill>
                  <a:srgbClr val="3B3434"/>
                </a:solidFill>
                <a:latin typeface="Verdana"/>
                <a:cs typeface="Verdana"/>
              </a:rPr>
              <a:t> </a:t>
            </a:r>
            <a:r>
              <a:rPr sz="1250" spc="10" dirty="0">
                <a:solidFill>
                  <a:srgbClr val="3B3434"/>
                </a:solidFill>
                <a:latin typeface="Verdana"/>
                <a:cs typeface="Verdana"/>
              </a:rPr>
              <a:t>understandable</a:t>
            </a:r>
            <a:r>
              <a:rPr sz="1250" spc="-40" dirty="0">
                <a:solidFill>
                  <a:srgbClr val="3B3434"/>
                </a:solidFill>
                <a:latin typeface="Verdana"/>
                <a:cs typeface="Verdana"/>
              </a:rPr>
              <a:t> </a:t>
            </a:r>
            <a:r>
              <a:rPr sz="1250" spc="-10" dirty="0">
                <a:solidFill>
                  <a:srgbClr val="3B3434"/>
                </a:solidFill>
                <a:latin typeface="Verdana"/>
                <a:cs typeface="Verdana"/>
              </a:rPr>
              <a:t>language</a:t>
            </a:r>
            <a:endParaRPr sz="1250">
              <a:latin typeface="Verdana"/>
              <a:cs typeface="Verdana"/>
            </a:endParaRPr>
          </a:p>
          <a:p>
            <a:pPr>
              <a:lnSpc>
                <a:spcPct val="100000"/>
              </a:lnSpc>
            </a:pPr>
            <a:endParaRPr sz="1250">
              <a:latin typeface="Verdana"/>
              <a:cs typeface="Verdana"/>
            </a:endParaRPr>
          </a:p>
          <a:p>
            <a:pPr>
              <a:lnSpc>
                <a:spcPct val="100000"/>
              </a:lnSpc>
              <a:spcBef>
                <a:spcPts val="610"/>
              </a:spcBef>
            </a:pPr>
            <a:endParaRPr sz="1250">
              <a:latin typeface="Verdana"/>
              <a:cs typeface="Verdana"/>
            </a:endParaRPr>
          </a:p>
          <a:p>
            <a:pPr marL="12700">
              <a:lnSpc>
                <a:spcPct val="100000"/>
              </a:lnSpc>
              <a:spcBef>
                <a:spcPts val="5"/>
              </a:spcBef>
            </a:pPr>
            <a:r>
              <a:rPr sz="1650" b="1" spc="60" dirty="0">
                <a:solidFill>
                  <a:srgbClr val="3B3434"/>
                </a:solidFill>
                <a:latin typeface="Tahoma"/>
                <a:cs typeface="Tahoma"/>
              </a:rPr>
              <a:t>Document</a:t>
            </a:r>
            <a:r>
              <a:rPr sz="1650" b="1" spc="-5" dirty="0">
                <a:solidFill>
                  <a:srgbClr val="3B3434"/>
                </a:solidFill>
                <a:latin typeface="Tahoma"/>
                <a:cs typeface="Tahoma"/>
              </a:rPr>
              <a:t> </a:t>
            </a:r>
            <a:r>
              <a:rPr sz="1650" b="1" spc="-10" dirty="0">
                <a:solidFill>
                  <a:srgbClr val="3B3434"/>
                </a:solidFill>
                <a:latin typeface="Tahoma"/>
                <a:cs typeface="Tahoma"/>
              </a:rPr>
              <a:t>Creation</a:t>
            </a:r>
            <a:endParaRPr sz="1650">
              <a:latin typeface="Tahoma"/>
              <a:cs typeface="Tahoma"/>
            </a:endParaRPr>
          </a:p>
          <a:p>
            <a:pPr marL="12700">
              <a:lnSpc>
                <a:spcPct val="100000"/>
              </a:lnSpc>
              <a:spcBef>
                <a:spcPts val="1645"/>
              </a:spcBef>
            </a:pPr>
            <a:r>
              <a:rPr sz="1250" spc="10" dirty="0">
                <a:solidFill>
                  <a:srgbClr val="3B3434"/>
                </a:solidFill>
                <a:latin typeface="Verdana"/>
                <a:cs typeface="Verdana"/>
              </a:rPr>
              <a:t>Automated</a:t>
            </a:r>
            <a:r>
              <a:rPr sz="1250" spc="-10" dirty="0">
                <a:solidFill>
                  <a:srgbClr val="3B3434"/>
                </a:solidFill>
                <a:latin typeface="Verdana"/>
                <a:cs typeface="Verdana"/>
              </a:rPr>
              <a:t> </a:t>
            </a:r>
            <a:r>
              <a:rPr sz="1250" spc="45" dirty="0">
                <a:solidFill>
                  <a:srgbClr val="3B3434"/>
                </a:solidFill>
                <a:latin typeface="Verdana"/>
                <a:cs typeface="Verdana"/>
              </a:rPr>
              <a:t>document</a:t>
            </a:r>
            <a:r>
              <a:rPr sz="1250" spc="-5" dirty="0">
                <a:solidFill>
                  <a:srgbClr val="3B3434"/>
                </a:solidFill>
                <a:latin typeface="Verdana"/>
                <a:cs typeface="Verdana"/>
              </a:rPr>
              <a:t> </a:t>
            </a:r>
            <a:r>
              <a:rPr sz="1250" spc="10" dirty="0">
                <a:solidFill>
                  <a:srgbClr val="3B3434"/>
                </a:solidFill>
                <a:latin typeface="Verdana"/>
                <a:cs typeface="Verdana"/>
              </a:rPr>
              <a:t>generation</a:t>
            </a:r>
            <a:r>
              <a:rPr sz="1250" spc="-5" dirty="0">
                <a:solidFill>
                  <a:srgbClr val="3B3434"/>
                </a:solidFill>
                <a:latin typeface="Verdana"/>
                <a:cs typeface="Verdana"/>
              </a:rPr>
              <a:t> </a:t>
            </a:r>
            <a:r>
              <a:rPr sz="1250" spc="10" dirty="0">
                <a:solidFill>
                  <a:srgbClr val="3B3434"/>
                </a:solidFill>
                <a:latin typeface="Verdana"/>
                <a:cs typeface="Verdana"/>
              </a:rPr>
              <a:t>and</a:t>
            </a:r>
            <a:r>
              <a:rPr sz="1250" spc="-5" dirty="0">
                <a:solidFill>
                  <a:srgbClr val="3B3434"/>
                </a:solidFill>
                <a:latin typeface="Verdana"/>
                <a:cs typeface="Verdana"/>
              </a:rPr>
              <a:t> </a:t>
            </a:r>
            <a:r>
              <a:rPr sz="1250" spc="-10" dirty="0">
                <a:solidFill>
                  <a:srgbClr val="3B3434"/>
                </a:solidFill>
                <a:latin typeface="Verdana"/>
                <a:cs typeface="Verdana"/>
              </a:rPr>
              <a:t>enhancement</a:t>
            </a:r>
            <a:endParaRPr sz="1250">
              <a:latin typeface="Verdana"/>
              <a:cs typeface="Verdana"/>
            </a:endParaRPr>
          </a:p>
          <a:p>
            <a:pPr>
              <a:lnSpc>
                <a:spcPct val="100000"/>
              </a:lnSpc>
            </a:pPr>
            <a:endParaRPr sz="1250">
              <a:latin typeface="Verdana"/>
              <a:cs typeface="Verdana"/>
            </a:endParaRPr>
          </a:p>
          <a:p>
            <a:pPr>
              <a:lnSpc>
                <a:spcPct val="100000"/>
              </a:lnSpc>
              <a:spcBef>
                <a:spcPts val="610"/>
              </a:spcBef>
            </a:pPr>
            <a:endParaRPr sz="1250">
              <a:latin typeface="Verdana"/>
              <a:cs typeface="Verdana"/>
            </a:endParaRPr>
          </a:p>
          <a:p>
            <a:pPr marL="12700">
              <a:lnSpc>
                <a:spcPct val="100000"/>
              </a:lnSpc>
            </a:pPr>
            <a:r>
              <a:rPr sz="1650" b="1" dirty="0">
                <a:solidFill>
                  <a:srgbClr val="3B3434"/>
                </a:solidFill>
                <a:latin typeface="Tahoma"/>
                <a:cs typeface="Tahoma"/>
              </a:rPr>
              <a:t>Expert</a:t>
            </a:r>
            <a:r>
              <a:rPr sz="1650" b="1" spc="240" dirty="0">
                <a:solidFill>
                  <a:srgbClr val="3B3434"/>
                </a:solidFill>
                <a:latin typeface="Tahoma"/>
                <a:cs typeface="Tahoma"/>
              </a:rPr>
              <a:t> </a:t>
            </a:r>
            <a:r>
              <a:rPr sz="1650" b="1" spc="-10" dirty="0">
                <a:solidFill>
                  <a:srgbClr val="3B3434"/>
                </a:solidFill>
                <a:latin typeface="Tahoma"/>
                <a:cs typeface="Tahoma"/>
              </a:rPr>
              <a:t>Connections</a:t>
            </a:r>
            <a:endParaRPr sz="1650">
              <a:latin typeface="Tahoma"/>
              <a:cs typeface="Tahoma"/>
            </a:endParaRPr>
          </a:p>
          <a:p>
            <a:pPr marL="12700">
              <a:lnSpc>
                <a:spcPct val="100000"/>
              </a:lnSpc>
              <a:spcBef>
                <a:spcPts val="1570"/>
              </a:spcBef>
            </a:pPr>
            <a:r>
              <a:rPr sz="1250" spc="60" dirty="0">
                <a:solidFill>
                  <a:srgbClr val="3B3434"/>
                </a:solidFill>
                <a:latin typeface="Verdana"/>
                <a:cs typeface="Verdana"/>
              </a:rPr>
              <a:t>Connect</a:t>
            </a:r>
            <a:r>
              <a:rPr sz="1250" spc="-5" dirty="0">
                <a:solidFill>
                  <a:srgbClr val="3B3434"/>
                </a:solidFill>
                <a:latin typeface="Verdana"/>
                <a:cs typeface="Verdana"/>
              </a:rPr>
              <a:t> </a:t>
            </a:r>
            <a:r>
              <a:rPr sz="1250" dirty="0">
                <a:solidFill>
                  <a:srgbClr val="3B3434"/>
                </a:solidFill>
                <a:latin typeface="Verdana"/>
                <a:cs typeface="Verdana"/>
              </a:rPr>
              <a:t>with</a:t>
            </a:r>
            <a:r>
              <a:rPr sz="1250" spc="-5" dirty="0">
                <a:solidFill>
                  <a:srgbClr val="3B3434"/>
                </a:solidFill>
                <a:latin typeface="Verdana"/>
                <a:cs typeface="Verdana"/>
              </a:rPr>
              <a:t> </a:t>
            </a:r>
            <a:r>
              <a:rPr sz="1250" dirty="0">
                <a:solidFill>
                  <a:srgbClr val="3B3434"/>
                </a:solidFill>
                <a:latin typeface="Verdana"/>
                <a:cs typeface="Verdana"/>
              </a:rPr>
              <a:t>verified </a:t>
            </a:r>
            <a:r>
              <a:rPr sz="1250" spc="-10" dirty="0">
                <a:solidFill>
                  <a:srgbClr val="3B3434"/>
                </a:solidFill>
                <a:latin typeface="Verdana"/>
                <a:cs typeface="Verdana"/>
              </a:rPr>
              <a:t>lawyers</a:t>
            </a:r>
            <a:r>
              <a:rPr sz="1250" spc="-5" dirty="0">
                <a:solidFill>
                  <a:srgbClr val="3B3434"/>
                </a:solidFill>
                <a:latin typeface="Verdana"/>
                <a:cs typeface="Verdana"/>
              </a:rPr>
              <a:t> </a:t>
            </a:r>
            <a:r>
              <a:rPr sz="1250" dirty="0">
                <a:solidFill>
                  <a:srgbClr val="3B3434"/>
                </a:solidFill>
                <a:latin typeface="Verdana"/>
                <a:cs typeface="Verdana"/>
              </a:rPr>
              <a:t>for</a:t>
            </a:r>
            <a:r>
              <a:rPr sz="1250" spc="-5" dirty="0">
                <a:solidFill>
                  <a:srgbClr val="3B3434"/>
                </a:solidFill>
                <a:latin typeface="Verdana"/>
                <a:cs typeface="Verdana"/>
              </a:rPr>
              <a:t> </a:t>
            </a:r>
            <a:r>
              <a:rPr sz="1250" dirty="0">
                <a:solidFill>
                  <a:srgbClr val="3B3434"/>
                </a:solidFill>
                <a:latin typeface="Verdana"/>
                <a:cs typeface="Verdana"/>
              </a:rPr>
              <a:t>personalised </a:t>
            </a:r>
            <a:r>
              <a:rPr sz="1250" spc="35" dirty="0">
                <a:solidFill>
                  <a:srgbClr val="3B3434"/>
                </a:solidFill>
                <a:latin typeface="Verdana"/>
                <a:cs typeface="Verdana"/>
              </a:rPr>
              <a:t>support</a:t>
            </a:r>
            <a:endParaRPr sz="1250">
              <a:latin typeface="Verdana"/>
              <a:cs typeface="Verdana"/>
            </a:endParaRPr>
          </a:p>
          <a:p>
            <a:pPr>
              <a:lnSpc>
                <a:spcPct val="100000"/>
              </a:lnSpc>
            </a:pPr>
            <a:endParaRPr sz="1250">
              <a:latin typeface="Verdana"/>
              <a:cs typeface="Verdana"/>
            </a:endParaRPr>
          </a:p>
          <a:p>
            <a:pPr>
              <a:lnSpc>
                <a:spcPct val="100000"/>
              </a:lnSpc>
              <a:spcBef>
                <a:spcPts val="685"/>
              </a:spcBef>
            </a:pPr>
            <a:endParaRPr sz="1250">
              <a:latin typeface="Verdana"/>
              <a:cs typeface="Verdana"/>
            </a:endParaRPr>
          </a:p>
          <a:p>
            <a:pPr marL="12700">
              <a:lnSpc>
                <a:spcPct val="100000"/>
              </a:lnSpc>
            </a:pPr>
            <a:r>
              <a:rPr sz="1650" b="1" spc="-140" dirty="0">
                <a:solidFill>
                  <a:srgbClr val="3B3434"/>
                </a:solidFill>
                <a:latin typeface="Tahoma"/>
                <a:cs typeface="Tahoma"/>
              </a:rPr>
              <a:t>24/7</a:t>
            </a:r>
            <a:r>
              <a:rPr sz="1650" b="1" spc="-10" dirty="0">
                <a:solidFill>
                  <a:srgbClr val="3B3434"/>
                </a:solidFill>
                <a:latin typeface="Tahoma"/>
                <a:cs typeface="Tahoma"/>
              </a:rPr>
              <a:t> Availability</a:t>
            </a:r>
            <a:endParaRPr sz="1650">
              <a:latin typeface="Tahoma"/>
              <a:cs typeface="Tahoma"/>
            </a:endParaRPr>
          </a:p>
          <a:p>
            <a:pPr marL="12700">
              <a:lnSpc>
                <a:spcPct val="100000"/>
              </a:lnSpc>
              <a:spcBef>
                <a:spcPts val="1570"/>
              </a:spcBef>
            </a:pPr>
            <a:r>
              <a:rPr sz="1250" dirty="0">
                <a:solidFill>
                  <a:srgbClr val="3B3434"/>
                </a:solidFill>
                <a:latin typeface="Verdana"/>
                <a:cs typeface="Verdana"/>
              </a:rPr>
              <a:t>Real-</a:t>
            </a:r>
            <a:r>
              <a:rPr sz="1250" spc="-10" dirty="0">
                <a:solidFill>
                  <a:srgbClr val="3B3434"/>
                </a:solidFill>
                <a:latin typeface="Verdana"/>
                <a:cs typeface="Verdana"/>
              </a:rPr>
              <a:t>time,</a:t>
            </a:r>
            <a:r>
              <a:rPr sz="1250" spc="-5" dirty="0">
                <a:solidFill>
                  <a:srgbClr val="3B3434"/>
                </a:solidFill>
                <a:latin typeface="Verdana"/>
                <a:cs typeface="Verdana"/>
              </a:rPr>
              <a:t> </a:t>
            </a:r>
            <a:r>
              <a:rPr sz="1250" dirty="0">
                <a:solidFill>
                  <a:srgbClr val="3B3434"/>
                </a:solidFill>
                <a:latin typeface="Verdana"/>
                <a:cs typeface="Verdana"/>
              </a:rPr>
              <a:t>interactive</a:t>
            </a:r>
            <a:r>
              <a:rPr sz="1250" spc="-5" dirty="0">
                <a:solidFill>
                  <a:srgbClr val="3B3434"/>
                </a:solidFill>
                <a:latin typeface="Verdana"/>
                <a:cs typeface="Verdana"/>
              </a:rPr>
              <a:t> </a:t>
            </a:r>
            <a:r>
              <a:rPr sz="1250" dirty="0">
                <a:solidFill>
                  <a:srgbClr val="3B3434"/>
                </a:solidFill>
                <a:latin typeface="Verdana"/>
                <a:cs typeface="Verdana"/>
              </a:rPr>
              <a:t>legal assistance</a:t>
            </a:r>
            <a:r>
              <a:rPr sz="1250" spc="-5" dirty="0">
                <a:solidFill>
                  <a:srgbClr val="3B3434"/>
                </a:solidFill>
                <a:latin typeface="Verdana"/>
                <a:cs typeface="Verdana"/>
              </a:rPr>
              <a:t> </a:t>
            </a:r>
            <a:r>
              <a:rPr sz="1250" spc="-10" dirty="0">
                <a:solidFill>
                  <a:srgbClr val="3B3434"/>
                </a:solidFill>
                <a:latin typeface="Verdana"/>
                <a:cs typeface="Verdana"/>
              </a:rPr>
              <a:t>anytime,</a:t>
            </a:r>
            <a:r>
              <a:rPr sz="1250" dirty="0">
                <a:solidFill>
                  <a:srgbClr val="3B3434"/>
                </a:solidFill>
                <a:latin typeface="Verdana"/>
                <a:cs typeface="Verdana"/>
              </a:rPr>
              <a:t> </a:t>
            </a:r>
            <a:r>
              <a:rPr sz="1250" spc="-10" dirty="0">
                <a:solidFill>
                  <a:srgbClr val="3B3434"/>
                </a:solidFill>
                <a:latin typeface="Verdana"/>
                <a:cs typeface="Verdana"/>
              </a:rPr>
              <a:t>anywhere</a:t>
            </a:r>
            <a:endParaRPr sz="1250">
              <a:latin typeface="Verdana"/>
              <a:cs typeface="Verdana"/>
            </a:endParaRPr>
          </a:p>
        </p:txBody>
      </p:sp>
      <p:pic>
        <p:nvPicPr>
          <p:cNvPr id="8" name="object 8"/>
          <p:cNvPicPr/>
          <p:nvPr/>
        </p:nvPicPr>
        <p:blipFill>
          <a:blip r:embed="rId2" cstate="print"/>
          <a:stretch>
            <a:fillRect/>
          </a:stretch>
        </p:blipFill>
        <p:spPr>
          <a:xfrm>
            <a:off x="6991350" y="1543049"/>
            <a:ext cx="3876674" cy="387667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330200" rIns="0" bIns="0" rtlCol="0">
            <a:spAutoFit/>
          </a:bodyPr>
          <a:lstStyle/>
          <a:p>
            <a:pPr marL="12700">
              <a:lnSpc>
                <a:spcPct val="100000"/>
              </a:lnSpc>
              <a:spcBef>
                <a:spcPts val="125"/>
              </a:spcBef>
            </a:pPr>
            <a:r>
              <a:rPr dirty="0"/>
              <a:t>Powerful</a:t>
            </a:r>
            <a:r>
              <a:rPr spc="45" dirty="0"/>
              <a:t> </a:t>
            </a:r>
            <a:r>
              <a:rPr dirty="0"/>
              <a:t>Features</a:t>
            </a:r>
            <a:r>
              <a:rPr spc="55" dirty="0"/>
              <a:t> </a:t>
            </a:r>
            <a:r>
              <a:rPr dirty="0"/>
              <a:t>of</a:t>
            </a:r>
            <a:r>
              <a:rPr spc="60" dirty="0"/>
              <a:t> </a:t>
            </a:r>
            <a:r>
              <a:rPr spc="-20" dirty="0"/>
              <a:t>Nyaya.ai</a:t>
            </a:r>
          </a:p>
        </p:txBody>
      </p:sp>
      <p:grpSp>
        <p:nvGrpSpPr>
          <p:cNvPr id="3" name="object 3"/>
          <p:cNvGrpSpPr/>
          <p:nvPr/>
        </p:nvGrpSpPr>
        <p:grpSpPr>
          <a:xfrm>
            <a:off x="571500" y="2219325"/>
            <a:ext cx="9944100" cy="2381250"/>
            <a:chOff x="571500" y="2219324"/>
            <a:chExt cx="10287000" cy="2867025"/>
          </a:xfrm>
        </p:grpSpPr>
        <p:sp>
          <p:nvSpPr>
            <p:cNvPr id="4" name="object 4"/>
            <p:cNvSpPr/>
            <p:nvPr/>
          </p:nvSpPr>
          <p:spPr>
            <a:xfrm>
              <a:off x="576262" y="2224087"/>
              <a:ext cx="10277475" cy="2857500"/>
            </a:xfrm>
            <a:custGeom>
              <a:avLst/>
              <a:gdLst/>
              <a:ahLst/>
              <a:cxnLst/>
              <a:rect l="l" t="t" r="r" b="b"/>
              <a:pathLst>
                <a:path w="10277475" h="2857500">
                  <a:moveTo>
                    <a:pt x="0" y="2805252"/>
                  </a:moveTo>
                  <a:lnTo>
                    <a:pt x="0" y="52247"/>
                  </a:lnTo>
                  <a:lnTo>
                    <a:pt x="0" y="48806"/>
                  </a:lnTo>
                  <a:lnTo>
                    <a:pt x="332" y="45415"/>
                  </a:lnTo>
                  <a:lnTo>
                    <a:pt x="1002" y="42049"/>
                  </a:lnTo>
                  <a:lnTo>
                    <a:pt x="1671" y="38684"/>
                  </a:lnTo>
                  <a:lnTo>
                    <a:pt x="2664" y="35420"/>
                  </a:lnTo>
                  <a:lnTo>
                    <a:pt x="3978" y="32258"/>
                  </a:lnTo>
                  <a:lnTo>
                    <a:pt x="5288" y="29083"/>
                  </a:lnTo>
                  <a:lnTo>
                    <a:pt x="15304" y="15303"/>
                  </a:lnTo>
                  <a:lnTo>
                    <a:pt x="17725" y="12877"/>
                  </a:lnTo>
                  <a:lnTo>
                    <a:pt x="20364" y="10706"/>
                  </a:lnTo>
                  <a:lnTo>
                    <a:pt x="23216" y="8801"/>
                  </a:lnTo>
                  <a:lnTo>
                    <a:pt x="26069" y="6896"/>
                  </a:lnTo>
                  <a:lnTo>
                    <a:pt x="29080" y="5283"/>
                  </a:lnTo>
                  <a:lnTo>
                    <a:pt x="32251" y="3975"/>
                  </a:lnTo>
                  <a:lnTo>
                    <a:pt x="35421" y="2667"/>
                  </a:lnTo>
                  <a:lnTo>
                    <a:pt x="38685" y="1676"/>
                  </a:lnTo>
                  <a:lnTo>
                    <a:pt x="42053" y="1003"/>
                  </a:lnTo>
                  <a:lnTo>
                    <a:pt x="45417" y="330"/>
                  </a:lnTo>
                  <a:lnTo>
                    <a:pt x="48816" y="0"/>
                  </a:lnTo>
                  <a:lnTo>
                    <a:pt x="52243" y="0"/>
                  </a:lnTo>
                  <a:lnTo>
                    <a:pt x="10225227" y="0"/>
                  </a:lnTo>
                  <a:lnTo>
                    <a:pt x="10228656" y="0"/>
                  </a:lnTo>
                  <a:lnTo>
                    <a:pt x="10232059" y="330"/>
                  </a:lnTo>
                  <a:lnTo>
                    <a:pt x="10235425" y="1003"/>
                  </a:lnTo>
                  <a:lnTo>
                    <a:pt x="10238790" y="1676"/>
                  </a:lnTo>
                  <a:lnTo>
                    <a:pt x="10262171" y="15303"/>
                  </a:lnTo>
                  <a:lnTo>
                    <a:pt x="10264597" y="17729"/>
                  </a:lnTo>
                  <a:lnTo>
                    <a:pt x="10277475" y="48806"/>
                  </a:lnTo>
                  <a:lnTo>
                    <a:pt x="10277475" y="52247"/>
                  </a:lnTo>
                  <a:lnTo>
                    <a:pt x="10277475" y="2805252"/>
                  </a:lnTo>
                  <a:lnTo>
                    <a:pt x="10277475" y="2808681"/>
                  </a:lnTo>
                  <a:lnTo>
                    <a:pt x="10277132" y="2812084"/>
                  </a:lnTo>
                  <a:lnTo>
                    <a:pt x="10262171" y="2842196"/>
                  </a:lnTo>
                  <a:lnTo>
                    <a:pt x="10259745" y="2844622"/>
                  </a:lnTo>
                  <a:lnTo>
                    <a:pt x="10235425" y="2856496"/>
                  </a:lnTo>
                  <a:lnTo>
                    <a:pt x="10232059" y="2857169"/>
                  </a:lnTo>
                  <a:lnTo>
                    <a:pt x="10228656" y="2857500"/>
                  </a:lnTo>
                  <a:lnTo>
                    <a:pt x="10225227" y="2857500"/>
                  </a:lnTo>
                  <a:lnTo>
                    <a:pt x="52243" y="2857500"/>
                  </a:lnTo>
                  <a:lnTo>
                    <a:pt x="48816" y="2857500"/>
                  </a:lnTo>
                  <a:lnTo>
                    <a:pt x="45417" y="2857169"/>
                  </a:lnTo>
                  <a:lnTo>
                    <a:pt x="42053" y="2856496"/>
                  </a:lnTo>
                  <a:lnTo>
                    <a:pt x="38685" y="2855823"/>
                  </a:lnTo>
                  <a:lnTo>
                    <a:pt x="15304" y="2842196"/>
                  </a:lnTo>
                  <a:lnTo>
                    <a:pt x="12879" y="2839770"/>
                  </a:lnTo>
                  <a:lnTo>
                    <a:pt x="3978" y="2825242"/>
                  </a:lnTo>
                  <a:lnTo>
                    <a:pt x="2664" y="2822079"/>
                  </a:lnTo>
                  <a:lnTo>
                    <a:pt x="1671" y="2818815"/>
                  </a:lnTo>
                  <a:lnTo>
                    <a:pt x="1002" y="2815450"/>
                  </a:lnTo>
                  <a:lnTo>
                    <a:pt x="332" y="2812084"/>
                  </a:lnTo>
                  <a:lnTo>
                    <a:pt x="0" y="2808681"/>
                  </a:lnTo>
                  <a:lnTo>
                    <a:pt x="0" y="2805252"/>
                  </a:lnTo>
                  <a:close/>
                </a:path>
              </a:pathLst>
            </a:custGeom>
            <a:ln w="9525">
              <a:solidFill>
                <a:srgbClr val="000000"/>
              </a:solidFill>
            </a:ln>
          </p:spPr>
          <p:txBody>
            <a:bodyPr wrap="square" lIns="0" tIns="0" rIns="0" bIns="0" rtlCol="0"/>
            <a:lstStyle/>
            <a:p>
              <a:endParaRPr/>
            </a:p>
          </p:txBody>
        </p:sp>
        <p:sp>
          <p:nvSpPr>
            <p:cNvPr id="5" name="object 5"/>
            <p:cNvSpPr/>
            <p:nvPr/>
          </p:nvSpPr>
          <p:spPr>
            <a:xfrm>
              <a:off x="581012" y="2228862"/>
              <a:ext cx="10267950" cy="476250"/>
            </a:xfrm>
            <a:custGeom>
              <a:avLst/>
              <a:gdLst/>
              <a:ahLst/>
              <a:cxnLst/>
              <a:rect l="l" t="t" r="r" b="b"/>
              <a:pathLst>
                <a:path w="10267950" h="476250">
                  <a:moveTo>
                    <a:pt x="3076575" y="0"/>
                  </a:moveTo>
                  <a:lnTo>
                    <a:pt x="49453" y="0"/>
                  </a:lnTo>
                  <a:lnTo>
                    <a:pt x="42189" y="1447"/>
                  </a:lnTo>
                  <a:lnTo>
                    <a:pt x="7239" y="28206"/>
                  </a:lnTo>
                  <a:lnTo>
                    <a:pt x="0" y="49441"/>
                  </a:lnTo>
                  <a:lnTo>
                    <a:pt x="0" y="476250"/>
                  </a:lnTo>
                  <a:lnTo>
                    <a:pt x="3076575" y="476250"/>
                  </a:lnTo>
                  <a:lnTo>
                    <a:pt x="3076575" y="0"/>
                  </a:lnTo>
                  <a:close/>
                </a:path>
                <a:path w="10267950" h="476250">
                  <a:moveTo>
                    <a:pt x="10267950" y="49441"/>
                  </a:moveTo>
                  <a:lnTo>
                    <a:pt x="10245903" y="11353"/>
                  </a:lnTo>
                  <a:lnTo>
                    <a:pt x="10218496" y="0"/>
                  </a:lnTo>
                  <a:lnTo>
                    <a:pt x="3086100" y="0"/>
                  </a:lnTo>
                  <a:lnTo>
                    <a:pt x="3086100" y="476250"/>
                  </a:lnTo>
                  <a:lnTo>
                    <a:pt x="10267950" y="476250"/>
                  </a:lnTo>
                  <a:lnTo>
                    <a:pt x="10267950" y="49441"/>
                  </a:lnTo>
                  <a:close/>
                </a:path>
              </a:pathLst>
            </a:custGeom>
            <a:solidFill>
              <a:srgbClr val="FFFFFF">
                <a:alpha val="3919"/>
              </a:srgbClr>
            </a:solidFill>
          </p:spPr>
          <p:txBody>
            <a:bodyPr wrap="square" lIns="0" tIns="0" rIns="0" bIns="0" rtlCol="0"/>
            <a:lstStyle/>
            <a:p>
              <a:endParaRPr/>
            </a:p>
          </p:txBody>
        </p:sp>
        <p:sp>
          <p:nvSpPr>
            <p:cNvPr id="6" name="object 6"/>
            <p:cNvSpPr/>
            <p:nvPr/>
          </p:nvSpPr>
          <p:spPr>
            <a:xfrm>
              <a:off x="581012" y="4600587"/>
              <a:ext cx="10267950" cy="476250"/>
            </a:xfrm>
            <a:custGeom>
              <a:avLst/>
              <a:gdLst/>
              <a:ahLst/>
              <a:cxnLst/>
              <a:rect l="l" t="t" r="r" b="b"/>
              <a:pathLst>
                <a:path w="10267950" h="476250">
                  <a:moveTo>
                    <a:pt x="3076575" y="0"/>
                  </a:moveTo>
                  <a:lnTo>
                    <a:pt x="0" y="0"/>
                  </a:lnTo>
                  <a:lnTo>
                    <a:pt x="0" y="426796"/>
                  </a:lnTo>
                  <a:lnTo>
                    <a:pt x="22047" y="464896"/>
                  </a:lnTo>
                  <a:lnTo>
                    <a:pt x="49453" y="476250"/>
                  </a:lnTo>
                  <a:lnTo>
                    <a:pt x="3076575" y="476250"/>
                  </a:lnTo>
                  <a:lnTo>
                    <a:pt x="3076575" y="0"/>
                  </a:lnTo>
                  <a:close/>
                </a:path>
                <a:path w="10267950" h="476250">
                  <a:moveTo>
                    <a:pt x="10267950" y="0"/>
                  </a:moveTo>
                  <a:lnTo>
                    <a:pt x="3086100" y="0"/>
                  </a:lnTo>
                  <a:lnTo>
                    <a:pt x="3086100" y="476250"/>
                  </a:lnTo>
                  <a:lnTo>
                    <a:pt x="10218496" y="476250"/>
                  </a:lnTo>
                  <a:lnTo>
                    <a:pt x="10225773" y="474802"/>
                  </a:lnTo>
                  <a:lnTo>
                    <a:pt x="10260711" y="448043"/>
                  </a:lnTo>
                  <a:lnTo>
                    <a:pt x="10267950" y="426796"/>
                  </a:lnTo>
                  <a:lnTo>
                    <a:pt x="10267950" y="0"/>
                  </a:lnTo>
                  <a:close/>
                </a:path>
              </a:pathLst>
            </a:custGeom>
            <a:solidFill>
              <a:srgbClr val="000000">
                <a:alpha val="3919"/>
              </a:srgbClr>
            </a:solidFill>
          </p:spPr>
          <p:txBody>
            <a:bodyPr wrap="square" lIns="0" tIns="0" rIns="0" bIns="0" rtlCol="0"/>
            <a:lstStyle/>
            <a:p>
              <a:endParaRPr/>
            </a:p>
          </p:txBody>
        </p:sp>
      </p:grpSp>
      <p:sp>
        <p:nvSpPr>
          <p:cNvPr id="7" name="object 7"/>
          <p:cNvSpPr txBox="1"/>
          <p:nvPr/>
        </p:nvSpPr>
        <p:spPr>
          <a:xfrm>
            <a:off x="729802" y="2339022"/>
            <a:ext cx="1523365" cy="220979"/>
          </a:xfrm>
          <a:prstGeom prst="rect">
            <a:avLst/>
          </a:prstGeom>
        </p:spPr>
        <p:txBody>
          <a:bodyPr vert="horz" wrap="square" lIns="0" tIns="16510" rIns="0" bIns="0" rtlCol="0">
            <a:spAutoFit/>
          </a:bodyPr>
          <a:lstStyle/>
          <a:p>
            <a:pPr marL="12700">
              <a:lnSpc>
                <a:spcPct val="100000"/>
              </a:lnSpc>
              <a:spcBef>
                <a:spcPts val="130"/>
              </a:spcBef>
            </a:pPr>
            <a:r>
              <a:rPr sz="1250" b="1" spc="-135" dirty="0">
                <a:solidFill>
                  <a:srgbClr val="3B3434"/>
                </a:solidFill>
                <a:latin typeface="Verdana"/>
                <a:cs typeface="Verdana"/>
              </a:rPr>
              <a:t>AI</a:t>
            </a:r>
            <a:r>
              <a:rPr sz="1250" b="1" spc="-140" dirty="0">
                <a:solidFill>
                  <a:srgbClr val="3B3434"/>
                </a:solidFill>
                <a:latin typeface="Verdana"/>
                <a:cs typeface="Verdana"/>
              </a:rPr>
              <a:t> </a:t>
            </a:r>
            <a:r>
              <a:rPr sz="1250" b="1" spc="-55" dirty="0">
                <a:solidFill>
                  <a:srgbClr val="3B3434"/>
                </a:solidFill>
                <a:latin typeface="Verdana"/>
                <a:cs typeface="Verdana"/>
              </a:rPr>
              <a:t>Legal</a:t>
            </a:r>
            <a:r>
              <a:rPr sz="1250" b="1" spc="-135" dirty="0">
                <a:solidFill>
                  <a:srgbClr val="3B3434"/>
                </a:solidFill>
                <a:latin typeface="Verdana"/>
                <a:cs typeface="Verdana"/>
              </a:rPr>
              <a:t> </a:t>
            </a:r>
            <a:r>
              <a:rPr sz="1250" b="1" spc="-20" dirty="0">
                <a:solidFill>
                  <a:srgbClr val="3B3434"/>
                </a:solidFill>
                <a:latin typeface="Verdana"/>
                <a:cs typeface="Verdana"/>
              </a:rPr>
              <a:t>Assistant</a:t>
            </a:r>
            <a:endParaRPr sz="1250">
              <a:latin typeface="Verdana"/>
              <a:cs typeface="Verdana"/>
            </a:endParaRPr>
          </a:p>
        </p:txBody>
      </p:sp>
      <p:sp>
        <p:nvSpPr>
          <p:cNvPr id="8" name="object 8"/>
          <p:cNvSpPr txBox="1"/>
          <p:nvPr/>
        </p:nvSpPr>
        <p:spPr>
          <a:xfrm>
            <a:off x="3815750" y="2339022"/>
            <a:ext cx="4841240" cy="220979"/>
          </a:xfrm>
          <a:prstGeom prst="rect">
            <a:avLst/>
          </a:prstGeom>
        </p:spPr>
        <p:txBody>
          <a:bodyPr vert="horz" wrap="square" lIns="0" tIns="16510" rIns="0" bIns="0" rtlCol="0">
            <a:spAutoFit/>
          </a:bodyPr>
          <a:lstStyle/>
          <a:p>
            <a:pPr marL="12700">
              <a:lnSpc>
                <a:spcPct val="100000"/>
              </a:lnSpc>
              <a:spcBef>
                <a:spcPts val="130"/>
              </a:spcBef>
            </a:pPr>
            <a:r>
              <a:rPr sz="1250" spc="-10" dirty="0">
                <a:solidFill>
                  <a:srgbClr val="3B3434"/>
                </a:solidFill>
                <a:latin typeface="Verdana"/>
                <a:cs typeface="Verdana"/>
              </a:rPr>
              <a:t>Instant</a:t>
            </a:r>
            <a:r>
              <a:rPr sz="1250" spc="10" dirty="0">
                <a:solidFill>
                  <a:srgbClr val="3B3434"/>
                </a:solidFill>
                <a:latin typeface="Verdana"/>
                <a:cs typeface="Verdana"/>
              </a:rPr>
              <a:t> </a:t>
            </a:r>
            <a:r>
              <a:rPr sz="1250" dirty="0">
                <a:solidFill>
                  <a:srgbClr val="3B3434"/>
                </a:solidFill>
                <a:latin typeface="Verdana"/>
                <a:cs typeface="Verdana"/>
              </a:rPr>
              <a:t>legal</a:t>
            </a:r>
            <a:r>
              <a:rPr sz="1250" spc="15" dirty="0">
                <a:solidFill>
                  <a:srgbClr val="3B3434"/>
                </a:solidFill>
                <a:latin typeface="Verdana"/>
                <a:cs typeface="Verdana"/>
              </a:rPr>
              <a:t> </a:t>
            </a:r>
            <a:r>
              <a:rPr sz="1250" dirty="0">
                <a:solidFill>
                  <a:srgbClr val="3B3434"/>
                </a:solidFill>
                <a:latin typeface="Verdana"/>
                <a:cs typeface="Verdana"/>
              </a:rPr>
              <a:t>guidance</a:t>
            </a:r>
            <a:r>
              <a:rPr sz="1250" spc="15" dirty="0">
                <a:solidFill>
                  <a:srgbClr val="3B3434"/>
                </a:solidFill>
                <a:latin typeface="Verdana"/>
                <a:cs typeface="Verdana"/>
              </a:rPr>
              <a:t> </a:t>
            </a:r>
            <a:r>
              <a:rPr sz="1250" dirty="0">
                <a:solidFill>
                  <a:srgbClr val="3B3434"/>
                </a:solidFill>
                <a:latin typeface="Verdana"/>
                <a:cs typeface="Verdana"/>
              </a:rPr>
              <a:t>powered</a:t>
            </a:r>
            <a:r>
              <a:rPr sz="1250" spc="15" dirty="0">
                <a:solidFill>
                  <a:srgbClr val="3B3434"/>
                </a:solidFill>
                <a:latin typeface="Verdana"/>
                <a:cs typeface="Verdana"/>
              </a:rPr>
              <a:t> </a:t>
            </a:r>
            <a:r>
              <a:rPr sz="1250" dirty="0">
                <a:solidFill>
                  <a:srgbClr val="3B3434"/>
                </a:solidFill>
                <a:latin typeface="Verdana"/>
                <a:cs typeface="Verdana"/>
              </a:rPr>
              <a:t>by</a:t>
            </a:r>
            <a:r>
              <a:rPr sz="1250" spc="15" dirty="0">
                <a:solidFill>
                  <a:srgbClr val="3B3434"/>
                </a:solidFill>
                <a:latin typeface="Verdana"/>
                <a:cs typeface="Verdana"/>
              </a:rPr>
              <a:t> </a:t>
            </a:r>
            <a:r>
              <a:rPr sz="1250" dirty="0">
                <a:solidFill>
                  <a:srgbClr val="3B3434"/>
                </a:solidFill>
                <a:latin typeface="Verdana"/>
                <a:cs typeface="Verdana"/>
              </a:rPr>
              <a:t>advanced</a:t>
            </a:r>
            <a:r>
              <a:rPr sz="1250" spc="15" dirty="0">
                <a:solidFill>
                  <a:srgbClr val="3B3434"/>
                </a:solidFill>
                <a:latin typeface="Verdana"/>
                <a:cs typeface="Verdana"/>
              </a:rPr>
              <a:t> </a:t>
            </a:r>
            <a:r>
              <a:rPr sz="1250" spc="-20" dirty="0">
                <a:solidFill>
                  <a:srgbClr val="3B3434"/>
                </a:solidFill>
                <a:latin typeface="Verdana"/>
                <a:cs typeface="Verdana"/>
              </a:rPr>
              <a:t>AI</a:t>
            </a:r>
            <a:r>
              <a:rPr sz="1250" spc="15" dirty="0">
                <a:solidFill>
                  <a:srgbClr val="3B3434"/>
                </a:solidFill>
                <a:latin typeface="Verdana"/>
                <a:cs typeface="Verdana"/>
              </a:rPr>
              <a:t> </a:t>
            </a:r>
            <a:r>
              <a:rPr sz="1250" spc="-10" dirty="0">
                <a:solidFill>
                  <a:srgbClr val="3B3434"/>
                </a:solidFill>
                <a:latin typeface="Verdana"/>
                <a:cs typeface="Verdana"/>
              </a:rPr>
              <a:t>technology</a:t>
            </a:r>
            <a:endParaRPr sz="1250">
              <a:latin typeface="Verdana"/>
              <a:cs typeface="Verdana"/>
            </a:endParaRPr>
          </a:p>
        </p:txBody>
      </p:sp>
      <p:graphicFrame>
        <p:nvGraphicFramePr>
          <p:cNvPr id="9" name="object 9"/>
          <p:cNvGraphicFramePr>
            <a:graphicFrameLocks noGrp="1"/>
          </p:cNvGraphicFramePr>
          <p:nvPr>
            <p:extLst>
              <p:ext uri="{D42A27DB-BD31-4B8C-83A1-F6EECF244321}">
                <p14:modId xmlns:p14="http://schemas.microsoft.com/office/powerpoint/2010/main" val="1905997469"/>
              </p:ext>
            </p:extLst>
          </p:nvPr>
        </p:nvGraphicFramePr>
        <p:xfrm>
          <a:off x="581025" y="2705099"/>
          <a:ext cx="10267315" cy="1895475"/>
        </p:xfrm>
        <a:graphic>
          <a:graphicData uri="http://schemas.openxmlformats.org/drawingml/2006/table">
            <a:tbl>
              <a:tblPr firstRow="1" bandRow="1">
                <a:tableStyleId>{2D5ABB26-0587-4C30-8999-92F81FD0307C}</a:tableStyleId>
              </a:tblPr>
              <a:tblGrid>
                <a:gridCol w="3081020">
                  <a:extLst>
                    <a:ext uri="{9D8B030D-6E8A-4147-A177-3AD203B41FA5}">
                      <a16:colId xmlns:a16="http://schemas.microsoft.com/office/drawing/2014/main" val="20000"/>
                    </a:ext>
                  </a:extLst>
                </a:gridCol>
                <a:gridCol w="7186295">
                  <a:extLst>
                    <a:ext uri="{9D8B030D-6E8A-4147-A177-3AD203B41FA5}">
                      <a16:colId xmlns:a16="http://schemas.microsoft.com/office/drawing/2014/main" val="20001"/>
                    </a:ext>
                  </a:extLst>
                </a:gridCol>
              </a:tblGrid>
              <a:tr h="466725">
                <a:tc>
                  <a:txBody>
                    <a:bodyPr/>
                    <a:lstStyle/>
                    <a:p>
                      <a:pPr marL="161290">
                        <a:lnSpc>
                          <a:spcPct val="100000"/>
                        </a:lnSpc>
                        <a:spcBef>
                          <a:spcPts val="1000"/>
                        </a:spcBef>
                      </a:pPr>
                      <a:r>
                        <a:rPr sz="1250" b="1" spc="-40" dirty="0">
                          <a:solidFill>
                            <a:srgbClr val="3B3434"/>
                          </a:solidFill>
                          <a:latin typeface="Verdana"/>
                          <a:cs typeface="Verdana"/>
                        </a:rPr>
                        <a:t>Document</a:t>
                      </a:r>
                      <a:r>
                        <a:rPr sz="1250" b="1" spc="-95" dirty="0">
                          <a:solidFill>
                            <a:srgbClr val="3B3434"/>
                          </a:solidFill>
                          <a:latin typeface="Verdana"/>
                          <a:cs typeface="Verdana"/>
                        </a:rPr>
                        <a:t> </a:t>
                      </a:r>
                      <a:r>
                        <a:rPr sz="1250" b="1" spc="-10" dirty="0">
                          <a:solidFill>
                            <a:srgbClr val="3B3434"/>
                          </a:solidFill>
                          <a:latin typeface="Verdana"/>
                          <a:cs typeface="Verdana"/>
                        </a:rPr>
                        <a:t>Ceneration</a:t>
                      </a:r>
                      <a:endParaRPr sz="1250">
                        <a:latin typeface="Verdana"/>
                        <a:cs typeface="Verdana"/>
                      </a:endParaRPr>
                    </a:p>
                  </a:txBody>
                  <a:tcPr marL="0" marR="0" marT="127000" marB="0">
                    <a:lnR w="9525">
                      <a:solidFill>
                        <a:srgbClr val="FFFAFA"/>
                      </a:solidFill>
                      <a:prstDash val="solid"/>
                    </a:lnR>
                    <a:solidFill>
                      <a:srgbClr val="000000">
                        <a:alpha val="3919"/>
                      </a:srgbClr>
                    </a:solidFill>
                  </a:tcPr>
                </a:tc>
                <a:tc>
                  <a:txBody>
                    <a:bodyPr/>
                    <a:lstStyle/>
                    <a:p>
                      <a:pPr marL="165735">
                        <a:lnSpc>
                          <a:spcPct val="100000"/>
                        </a:lnSpc>
                        <a:spcBef>
                          <a:spcPts val="1000"/>
                        </a:spcBef>
                      </a:pPr>
                      <a:r>
                        <a:rPr sz="1250" dirty="0">
                          <a:solidFill>
                            <a:srgbClr val="3B3434"/>
                          </a:solidFill>
                          <a:latin typeface="Verdana"/>
                          <a:cs typeface="Verdana"/>
                        </a:rPr>
                        <a:t>Create</a:t>
                      </a:r>
                      <a:r>
                        <a:rPr sz="1250" spc="-35" dirty="0">
                          <a:solidFill>
                            <a:srgbClr val="3B3434"/>
                          </a:solidFill>
                          <a:latin typeface="Verdana"/>
                          <a:cs typeface="Verdana"/>
                        </a:rPr>
                        <a:t> </a:t>
                      </a:r>
                      <a:r>
                        <a:rPr sz="1250" dirty="0">
                          <a:solidFill>
                            <a:srgbClr val="3B3434"/>
                          </a:solidFill>
                          <a:latin typeface="Verdana"/>
                          <a:cs typeface="Verdana"/>
                        </a:rPr>
                        <a:t>and</a:t>
                      </a:r>
                      <a:r>
                        <a:rPr sz="1250" spc="-35" dirty="0">
                          <a:solidFill>
                            <a:srgbClr val="3B3434"/>
                          </a:solidFill>
                          <a:latin typeface="Verdana"/>
                          <a:cs typeface="Verdana"/>
                        </a:rPr>
                        <a:t> </a:t>
                      </a:r>
                      <a:r>
                        <a:rPr sz="1250" dirty="0">
                          <a:solidFill>
                            <a:srgbClr val="3B3434"/>
                          </a:solidFill>
                          <a:latin typeface="Verdana"/>
                          <a:cs typeface="Verdana"/>
                        </a:rPr>
                        <a:t>refine</a:t>
                      </a:r>
                      <a:r>
                        <a:rPr sz="1250" spc="-30" dirty="0">
                          <a:solidFill>
                            <a:srgbClr val="3B3434"/>
                          </a:solidFill>
                          <a:latin typeface="Verdana"/>
                          <a:cs typeface="Verdana"/>
                        </a:rPr>
                        <a:t> </a:t>
                      </a:r>
                      <a:r>
                        <a:rPr sz="1250" dirty="0">
                          <a:solidFill>
                            <a:srgbClr val="3B3434"/>
                          </a:solidFill>
                          <a:latin typeface="Verdana"/>
                          <a:cs typeface="Verdana"/>
                        </a:rPr>
                        <a:t>legal</a:t>
                      </a:r>
                      <a:r>
                        <a:rPr sz="1250" spc="-35" dirty="0">
                          <a:solidFill>
                            <a:srgbClr val="3B3434"/>
                          </a:solidFill>
                          <a:latin typeface="Verdana"/>
                          <a:cs typeface="Verdana"/>
                        </a:rPr>
                        <a:t> </a:t>
                      </a:r>
                      <a:r>
                        <a:rPr sz="1250" spc="45" dirty="0">
                          <a:solidFill>
                            <a:srgbClr val="3B3434"/>
                          </a:solidFill>
                          <a:latin typeface="Verdana"/>
                          <a:cs typeface="Verdana"/>
                        </a:rPr>
                        <a:t>documents</a:t>
                      </a:r>
                      <a:r>
                        <a:rPr sz="1250" spc="-35" dirty="0">
                          <a:solidFill>
                            <a:srgbClr val="3B3434"/>
                          </a:solidFill>
                          <a:latin typeface="Verdana"/>
                          <a:cs typeface="Verdana"/>
                        </a:rPr>
                        <a:t> </a:t>
                      </a:r>
                      <a:r>
                        <a:rPr sz="1250" dirty="0">
                          <a:solidFill>
                            <a:srgbClr val="3B3434"/>
                          </a:solidFill>
                          <a:latin typeface="Verdana"/>
                          <a:cs typeface="Verdana"/>
                        </a:rPr>
                        <a:t>effortlessly</a:t>
                      </a:r>
                      <a:r>
                        <a:rPr sz="1250" spc="-30" dirty="0">
                          <a:solidFill>
                            <a:srgbClr val="3B3434"/>
                          </a:solidFill>
                          <a:latin typeface="Verdana"/>
                          <a:cs typeface="Verdana"/>
                        </a:rPr>
                        <a:t> </a:t>
                      </a:r>
                      <a:r>
                        <a:rPr sz="1250" dirty="0">
                          <a:solidFill>
                            <a:srgbClr val="3B3434"/>
                          </a:solidFill>
                          <a:latin typeface="Verdana"/>
                          <a:cs typeface="Verdana"/>
                        </a:rPr>
                        <a:t>with</a:t>
                      </a:r>
                      <a:r>
                        <a:rPr sz="1250" spc="-35" dirty="0">
                          <a:solidFill>
                            <a:srgbClr val="3B3434"/>
                          </a:solidFill>
                          <a:latin typeface="Verdana"/>
                          <a:cs typeface="Verdana"/>
                        </a:rPr>
                        <a:t> </a:t>
                      </a:r>
                      <a:r>
                        <a:rPr sz="1250" spc="-10" dirty="0">
                          <a:solidFill>
                            <a:srgbClr val="3B3434"/>
                          </a:solidFill>
                          <a:latin typeface="Verdana"/>
                          <a:cs typeface="Verdana"/>
                        </a:rPr>
                        <a:t>templates</a:t>
                      </a:r>
                      <a:endParaRPr sz="1250">
                        <a:latin typeface="Verdana"/>
                        <a:cs typeface="Verdana"/>
                      </a:endParaRPr>
                    </a:p>
                  </a:txBody>
                  <a:tcPr marL="0" marR="0" marT="127000" marB="0">
                    <a:lnL w="9525">
                      <a:solidFill>
                        <a:srgbClr val="FFFAFA"/>
                      </a:solidFill>
                      <a:prstDash val="solid"/>
                    </a:lnL>
                    <a:solidFill>
                      <a:srgbClr val="000000">
                        <a:alpha val="3919"/>
                      </a:srgbClr>
                    </a:solidFill>
                  </a:tcPr>
                </a:tc>
                <a:extLst>
                  <a:ext uri="{0D108BD9-81ED-4DB2-BD59-A6C34878D82A}">
                    <a16:rowId xmlns:a16="http://schemas.microsoft.com/office/drawing/2014/main" val="10000"/>
                  </a:ext>
                </a:extLst>
              </a:tr>
              <a:tr h="476250">
                <a:tc>
                  <a:txBody>
                    <a:bodyPr/>
                    <a:lstStyle/>
                    <a:p>
                      <a:pPr marL="161290">
                        <a:lnSpc>
                          <a:spcPct val="100000"/>
                        </a:lnSpc>
                        <a:spcBef>
                          <a:spcPts val="1075"/>
                        </a:spcBef>
                      </a:pPr>
                      <a:r>
                        <a:rPr sz="1250" b="1" spc="-85" dirty="0">
                          <a:solidFill>
                            <a:srgbClr val="3B3434"/>
                          </a:solidFill>
                          <a:latin typeface="Verdana"/>
                          <a:cs typeface="Verdana"/>
                        </a:rPr>
                        <a:t>Lawyer</a:t>
                      </a:r>
                      <a:r>
                        <a:rPr sz="1250" b="1" spc="-125" dirty="0">
                          <a:solidFill>
                            <a:srgbClr val="3B3434"/>
                          </a:solidFill>
                          <a:latin typeface="Verdana"/>
                          <a:cs typeface="Verdana"/>
                        </a:rPr>
                        <a:t> </a:t>
                      </a:r>
                      <a:r>
                        <a:rPr sz="1250" b="1" spc="-10" dirty="0">
                          <a:solidFill>
                            <a:srgbClr val="3B3434"/>
                          </a:solidFill>
                          <a:latin typeface="Verdana"/>
                          <a:cs typeface="Verdana"/>
                        </a:rPr>
                        <a:t>Directory</a:t>
                      </a:r>
                      <a:endParaRPr sz="1250">
                        <a:latin typeface="Verdana"/>
                        <a:cs typeface="Verdana"/>
                      </a:endParaRPr>
                    </a:p>
                  </a:txBody>
                  <a:tcPr marL="0" marR="0" marT="136525" marB="0">
                    <a:lnR w="9525">
                      <a:solidFill>
                        <a:srgbClr val="FFFAFA"/>
                      </a:solidFill>
                      <a:prstDash val="solid"/>
                    </a:lnR>
                    <a:solidFill>
                      <a:srgbClr val="FFFFFF">
                        <a:alpha val="3919"/>
                      </a:srgbClr>
                    </a:solidFill>
                  </a:tcPr>
                </a:tc>
                <a:tc>
                  <a:txBody>
                    <a:bodyPr/>
                    <a:lstStyle/>
                    <a:p>
                      <a:pPr marL="165735">
                        <a:lnSpc>
                          <a:spcPct val="100000"/>
                        </a:lnSpc>
                        <a:spcBef>
                          <a:spcPts val="1075"/>
                        </a:spcBef>
                      </a:pPr>
                      <a:r>
                        <a:rPr sz="1250" spc="60" dirty="0">
                          <a:solidFill>
                            <a:srgbClr val="3B3434"/>
                          </a:solidFill>
                          <a:latin typeface="Verdana"/>
                          <a:cs typeface="Verdana"/>
                        </a:rPr>
                        <a:t>Connect</a:t>
                      </a:r>
                      <a:r>
                        <a:rPr sz="1250" spc="-15" dirty="0">
                          <a:solidFill>
                            <a:srgbClr val="3B3434"/>
                          </a:solidFill>
                          <a:latin typeface="Verdana"/>
                          <a:cs typeface="Verdana"/>
                        </a:rPr>
                        <a:t> </a:t>
                      </a:r>
                      <a:r>
                        <a:rPr sz="1250" dirty="0">
                          <a:solidFill>
                            <a:srgbClr val="3B3434"/>
                          </a:solidFill>
                          <a:latin typeface="Verdana"/>
                          <a:cs typeface="Verdana"/>
                        </a:rPr>
                        <a:t>with</a:t>
                      </a:r>
                      <a:r>
                        <a:rPr sz="1250" spc="-10" dirty="0">
                          <a:solidFill>
                            <a:srgbClr val="3B3434"/>
                          </a:solidFill>
                          <a:latin typeface="Verdana"/>
                          <a:cs typeface="Verdana"/>
                        </a:rPr>
                        <a:t> </a:t>
                      </a:r>
                      <a:r>
                        <a:rPr sz="1250" dirty="0">
                          <a:solidFill>
                            <a:srgbClr val="3B3434"/>
                          </a:solidFill>
                          <a:latin typeface="Verdana"/>
                          <a:cs typeface="Verdana"/>
                        </a:rPr>
                        <a:t>verified</a:t>
                      </a:r>
                      <a:r>
                        <a:rPr sz="1250" spc="-15" dirty="0">
                          <a:solidFill>
                            <a:srgbClr val="3B3434"/>
                          </a:solidFill>
                          <a:latin typeface="Verdana"/>
                          <a:cs typeface="Verdana"/>
                        </a:rPr>
                        <a:t> </a:t>
                      </a:r>
                      <a:r>
                        <a:rPr sz="1250" dirty="0">
                          <a:solidFill>
                            <a:srgbClr val="3B3434"/>
                          </a:solidFill>
                          <a:latin typeface="Verdana"/>
                          <a:cs typeface="Verdana"/>
                        </a:rPr>
                        <a:t>legal</a:t>
                      </a:r>
                      <a:r>
                        <a:rPr sz="1250" spc="-10" dirty="0">
                          <a:solidFill>
                            <a:srgbClr val="3B3434"/>
                          </a:solidFill>
                          <a:latin typeface="Verdana"/>
                          <a:cs typeface="Verdana"/>
                        </a:rPr>
                        <a:t> </a:t>
                      </a:r>
                      <a:r>
                        <a:rPr sz="1250" dirty="0">
                          <a:solidFill>
                            <a:srgbClr val="3B3434"/>
                          </a:solidFill>
                          <a:latin typeface="Verdana"/>
                          <a:cs typeface="Verdana"/>
                        </a:rPr>
                        <a:t>professionals</a:t>
                      </a:r>
                      <a:r>
                        <a:rPr sz="1250" spc="-15" dirty="0">
                          <a:solidFill>
                            <a:srgbClr val="3B3434"/>
                          </a:solidFill>
                          <a:latin typeface="Verdana"/>
                          <a:cs typeface="Verdana"/>
                        </a:rPr>
                        <a:t> </a:t>
                      </a:r>
                      <a:r>
                        <a:rPr sz="1250" dirty="0">
                          <a:solidFill>
                            <a:srgbClr val="3B3434"/>
                          </a:solidFill>
                          <a:latin typeface="Verdana"/>
                          <a:cs typeface="Verdana"/>
                        </a:rPr>
                        <a:t>in</a:t>
                      </a:r>
                      <a:r>
                        <a:rPr sz="1250" spc="-10" dirty="0">
                          <a:solidFill>
                            <a:srgbClr val="3B3434"/>
                          </a:solidFill>
                          <a:latin typeface="Verdana"/>
                          <a:cs typeface="Verdana"/>
                        </a:rPr>
                        <a:t> your</a:t>
                      </a:r>
                      <a:r>
                        <a:rPr sz="1250" spc="-15" dirty="0">
                          <a:solidFill>
                            <a:srgbClr val="3B3434"/>
                          </a:solidFill>
                          <a:latin typeface="Verdana"/>
                          <a:cs typeface="Verdana"/>
                        </a:rPr>
                        <a:t> </a:t>
                      </a:r>
                      <a:r>
                        <a:rPr sz="1250" spc="-20" dirty="0">
                          <a:solidFill>
                            <a:srgbClr val="3B3434"/>
                          </a:solidFill>
                          <a:latin typeface="Verdana"/>
                          <a:cs typeface="Verdana"/>
                        </a:rPr>
                        <a:t>area</a:t>
                      </a:r>
                      <a:endParaRPr sz="1250">
                        <a:latin typeface="Verdana"/>
                        <a:cs typeface="Verdana"/>
                      </a:endParaRPr>
                    </a:p>
                  </a:txBody>
                  <a:tcPr marL="0" marR="0" marT="136525" marB="0">
                    <a:lnL w="9525">
                      <a:solidFill>
                        <a:srgbClr val="FFFAFA"/>
                      </a:solidFill>
                      <a:prstDash val="solid"/>
                    </a:lnL>
                    <a:solidFill>
                      <a:srgbClr val="FFFFFF">
                        <a:alpha val="3919"/>
                      </a:srgbClr>
                    </a:solidFill>
                  </a:tcPr>
                </a:tc>
                <a:extLst>
                  <a:ext uri="{0D108BD9-81ED-4DB2-BD59-A6C34878D82A}">
                    <a16:rowId xmlns:a16="http://schemas.microsoft.com/office/drawing/2014/main" val="10001"/>
                  </a:ext>
                </a:extLst>
              </a:tr>
              <a:tr h="476250">
                <a:tc>
                  <a:txBody>
                    <a:bodyPr/>
                    <a:lstStyle/>
                    <a:p>
                      <a:pPr marL="161290">
                        <a:lnSpc>
                          <a:spcPct val="100000"/>
                        </a:lnSpc>
                        <a:spcBef>
                          <a:spcPts val="1000"/>
                        </a:spcBef>
                      </a:pPr>
                      <a:r>
                        <a:rPr lang="en-US" sz="1250" b="1" spc="-10" dirty="0">
                          <a:solidFill>
                            <a:srgbClr val="3B3434"/>
                          </a:solidFill>
                          <a:latin typeface="Verdana"/>
                          <a:cs typeface="Verdana"/>
                        </a:rPr>
                        <a:t>Multi-</a:t>
                      </a:r>
                      <a:r>
                        <a:rPr lang="en-US" sz="1250" b="1" spc="-55" dirty="0">
                          <a:solidFill>
                            <a:srgbClr val="3B3434"/>
                          </a:solidFill>
                          <a:latin typeface="Verdana"/>
                          <a:cs typeface="Verdana"/>
                        </a:rPr>
                        <a:t>language</a:t>
                      </a:r>
                      <a:r>
                        <a:rPr lang="en-US" sz="1250" b="1" spc="-65" dirty="0">
                          <a:solidFill>
                            <a:srgbClr val="3B3434"/>
                          </a:solidFill>
                          <a:latin typeface="Verdana"/>
                          <a:cs typeface="Verdana"/>
                        </a:rPr>
                        <a:t> </a:t>
                      </a:r>
                      <a:r>
                        <a:rPr lang="en-US" sz="1250" b="1" spc="-10" dirty="0">
                          <a:solidFill>
                            <a:srgbClr val="3B3434"/>
                          </a:solidFill>
                          <a:latin typeface="Verdana"/>
                          <a:cs typeface="Verdana"/>
                        </a:rPr>
                        <a:t>Support</a:t>
                      </a:r>
                      <a:endParaRPr lang="en-US" sz="1250" dirty="0">
                        <a:latin typeface="Verdana"/>
                        <a:cs typeface="Verdana"/>
                      </a:endParaRPr>
                    </a:p>
                  </a:txBody>
                  <a:tcPr marL="0" marR="0" marT="127000" marB="0">
                    <a:lnR w="9525">
                      <a:solidFill>
                        <a:srgbClr val="FFFAFA"/>
                      </a:solidFill>
                      <a:prstDash val="solid"/>
                    </a:lnR>
                    <a:solidFill>
                      <a:srgbClr val="000000">
                        <a:alpha val="3919"/>
                      </a:srgbClr>
                    </a:solidFill>
                  </a:tcPr>
                </a:tc>
                <a:tc>
                  <a:txBody>
                    <a:bodyPr/>
                    <a:lstStyle/>
                    <a:p>
                      <a:pPr marL="165735">
                        <a:lnSpc>
                          <a:spcPct val="100000"/>
                        </a:lnSpc>
                        <a:spcBef>
                          <a:spcPts val="1000"/>
                        </a:spcBef>
                      </a:pPr>
                      <a:r>
                        <a:rPr lang="en-US" sz="1250" spc="55" dirty="0">
                          <a:solidFill>
                            <a:srgbClr val="3B3434"/>
                          </a:solidFill>
                          <a:latin typeface="Verdana"/>
                          <a:cs typeface="Verdana"/>
                        </a:rPr>
                        <a:t>Accessible</a:t>
                      </a:r>
                      <a:r>
                        <a:rPr lang="en-US" sz="1250" spc="-40" dirty="0">
                          <a:solidFill>
                            <a:srgbClr val="3B3434"/>
                          </a:solidFill>
                          <a:latin typeface="Verdana"/>
                          <a:cs typeface="Verdana"/>
                        </a:rPr>
                        <a:t> </a:t>
                      </a:r>
                      <a:r>
                        <a:rPr lang="en-US" sz="1250" spc="65" dirty="0">
                          <a:solidFill>
                            <a:srgbClr val="3B3434"/>
                          </a:solidFill>
                          <a:latin typeface="Verdana"/>
                          <a:cs typeface="Verdana"/>
                        </a:rPr>
                        <a:t>to</a:t>
                      </a:r>
                      <a:r>
                        <a:rPr lang="en-US" sz="1250" spc="-35" dirty="0">
                          <a:solidFill>
                            <a:srgbClr val="3B3434"/>
                          </a:solidFill>
                          <a:latin typeface="Verdana"/>
                          <a:cs typeface="Verdana"/>
                        </a:rPr>
                        <a:t> </a:t>
                      </a:r>
                      <a:r>
                        <a:rPr lang="en-US" sz="1250" dirty="0">
                          <a:solidFill>
                            <a:srgbClr val="3B3434"/>
                          </a:solidFill>
                          <a:latin typeface="Verdana"/>
                          <a:cs typeface="Verdana"/>
                        </a:rPr>
                        <a:t>users</a:t>
                      </a:r>
                      <a:r>
                        <a:rPr lang="en-US" sz="1250" spc="-35" dirty="0">
                          <a:solidFill>
                            <a:srgbClr val="3B3434"/>
                          </a:solidFill>
                          <a:latin typeface="Verdana"/>
                          <a:cs typeface="Verdana"/>
                        </a:rPr>
                        <a:t> </a:t>
                      </a:r>
                      <a:r>
                        <a:rPr lang="en-US" sz="1250" dirty="0">
                          <a:solidFill>
                            <a:srgbClr val="3B3434"/>
                          </a:solidFill>
                          <a:latin typeface="Verdana"/>
                          <a:cs typeface="Verdana"/>
                        </a:rPr>
                        <a:t>across</a:t>
                      </a:r>
                      <a:r>
                        <a:rPr lang="en-US" sz="1250" spc="-40" dirty="0">
                          <a:solidFill>
                            <a:srgbClr val="3B3434"/>
                          </a:solidFill>
                          <a:latin typeface="Verdana"/>
                          <a:cs typeface="Verdana"/>
                        </a:rPr>
                        <a:t> </a:t>
                      </a:r>
                      <a:r>
                        <a:rPr lang="en-US" sz="1250" dirty="0">
                          <a:solidFill>
                            <a:srgbClr val="3B3434"/>
                          </a:solidFill>
                          <a:latin typeface="Verdana"/>
                          <a:cs typeface="Verdana"/>
                        </a:rPr>
                        <a:t>multiple</a:t>
                      </a:r>
                      <a:r>
                        <a:rPr lang="en-US" sz="1250" spc="-35" dirty="0">
                          <a:solidFill>
                            <a:srgbClr val="3B3434"/>
                          </a:solidFill>
                          <a:latin typeface="Verdana"/>
                          <a:cs typeface="Verdana"/>
                        </a:rPr>
                        <a:t> </a:t>
                      </a:r>
                      <a:r>
                        <a:rPr lang="en-US" sz="1250" dirty="0">
                          <a:solidFill>
                            <a:srgbClr val="3B3434"/>
                          </a:solidFill>
                          <a:latin typeface="Verdana"/>
                          <a:cs typeface="Verdana"/>
                        </a:rPr>
                        <a:t>languages</a:t>
                      </a:r>
                      <a:r>
                        <a:rPr lang="en-US" sz="1250" spc="-35" dirty="0">
                          <a:solidFill>
                            <a:srgbClr val="3B3434"/>
                          </a:solidFill>
                          <a:latin typeface="Verdana"/>
                          <a:cs typeface="Verdana"/>
                        </a:rPr>
                        <a:t> </a:t>
                      </a:r>
                      <a:r>
                        <a:rPr lang="en-US" sz="1250" dirty="0">
                          <a:solidFill>
                            <a:srgbClr val="3B3434"/>
                          </a:solidFill>
                          <a:latin typeface="Verdana"/>
                          <a:cs typeface="Verdana"/>
                        </a:rPr>
                        <a:t>and</a:t>
                      </a:r>
                      <a:r>
                        <a:rPr lang="en-US" sz="1250" spc="-40" dirty="0">
                          <a:solidFill>
                            <a:srgbClr val="3B3434"/>
                          </a:solidFill>
                          <a:latin typeface="Verdana"/>
                          <a:cs typeface="Verdana"/>
                        </a:rPr>
                        <a:t> </a:t>
                      </a:r>
                      <a:r>
                        <a:rPr lang="en-US" sz="1250" spc="-10" dirty="0">
                          <a:solidFill>
                            <a:srgbClr val="3B3434"/>
                          </a:solidFill>
                          <a:latin typeface="Verdana"/>
                          <a:cs typeface="Verdana"/>
                        </a:rPr>
                        <a:t>regions</a:t>
                      </a:r>
                      <a:endParaRPr lang="en-US" sz="1250" dirty="0">
                        <a:latin typeface="Verdana"/>
                        <a:cs typeface="Verdana"/>
                      </a:endParaRPr>
                    </a:p>
                  </a:txBody>
                  <a:tcPr marL="0" marR="0" marT="127000" marB="0">
                    <a:lnL w="9525">
                      <a:solidFill>
                        <a:srgbClr val="FFFAFA"/>
                      </a:solidFill>
                      <a:prstDash val="solid"/>
                    </a:lnL>
                    <a:solidFill>
                      <a:srgbClr val="000000">
                        <a:alpha val="3919"/>
                      </a:srgbClr>
                    </a:solidFill>
                  </a:tcPr>
                </a:tc>
                <a:extLst>
                  <a:ext uri="{0D108BD9-81ED-4DB2-BD59-A6C34878D82A}">
                    <a16:rowId xmlns:a16="http://schemas.microsoft.com/office/drawing/2014/main" val="10002"/>
                  </a:ext>
                </a:extLst>
              </a:tr>
              <a:tr h="476250">
                <a:tc>
                  <a:txBody>
                    <a:bodyPr/>
                    <a:lstStyle/>
                    <a:p>
                      <a:pPr marL="12700">
                        <a:lnSpc>
                          <a:spcPct val="100000"/>
                        </a:lnSpc>
                        <a:spcBef>
                          <a:spcPts val="130"/>
                        </a:spcBef>
                      </a:pPr>
                      <a:r>
                        <a:rPr lang="en-US" sz="1250" b="1" spc="-45" dirty="0">
                          <a:solidFill>
                            <a:srgbClr val="3B3434"/>
                          </a:solidFill>
                          <a:latin typeface="Verdana"/>
                          <a:cs typeface="Verdana"/>
                        </a:rPr>
                        <a:t>   Secure</a:t>
                      </a:r>
                      <a:r>
                        <a:rPr lang="en-US" sz="1250" b="1" spc="-110" dirty="0">
                          <a:solidFill>
                            <a:srgbClr val="3B3434"/>
                          </a:solidFill>
                          <a:latin typeface="Verdana"/>
                          <a:cs typeface="Verdana"/>
                        </a:rPr>
                        <a:t> </a:t>
                      </a:r>
                      <a:r>
                        <a:rPr lang="en-US" sz="1250" b="1" spc="-15" dirty="0">
                          <a:solidFill>
                            <a:srgbClr val="3B3434"/>
                          </a:solidFill>
                          <a:latin typeface="Verdana"/>
                          <a:cs typeface="Verdana"/>
                        </a:rPr>
                        <a:t>Authentication</a:t>
                      </a:r>
                      <a:endParaRPr lang="en-US" sz="1250" dirty="0">
                        <a:latin typeface="Verdana"/>
                        <a:cs typeface="Verdana"/>
                      </a:endParaRPr>
                    </a:p>
                  </a:txBody>
                  <a:tcPr marL="0" marR="0" marT="127000" marB="0">
                    <a:lnR w="9525" cap="flat" cmpd="sng" algn="ctr">
                      <a:solidFill>
                        <a:srgbClr val="FFFAFA"/>
                      </a:solidFill>
                      <a:prstDash val="solid"/>
                      <a:round/>
                      <a:headEnd type="none" w="med" len="med"/>
                      <a:tailEnd type="none" w="med" len="med"/>
                    </a:lnR>
                    <a:solidFill>
                      <a:srgbClr val="FFFFFF">
                        <a:alpha val="3919"/>
                      </a:srgbClr>
                    </a:solidFill>
                  </a:tcPr>
                </a:tc>
                <a:tc>
                  <a:txBody>
                    <a:bodyPr/>
                    <a:lstStyle/>
                    <a:p>
                      <a:pPr marL="12700">
                        <a:lnSpc>
                          <a:spcPct val="100000"/>
                        </a:lnSpc>
                        <a:spcBef>
                          <a:spcPts val="130"/>
                        </a:spcBef>
                      </a:pPr>
                      <a:r>
                        <a:rPr lang="en-US" sz="1250" dirty="0">
                          <a:solidFill>
                            <a:srgbClr val="3B3434"/>
                          </a:solidFill>
                          <a:latin typeface="Verdana"/>
                          <a:cs typeface="Verdana"/>
                        </a:rPr>
                        <a:t>   Safe</a:t>
                      </a:r>
                      <a:r>
                        <a:rPr lang="en-US" sz="1250" spc="50" dirty="0">
                          <a:solidFill>
                            <a:srgbClr val="3B3434"/>
                          </a:solidFill>
                          <a:latin typeface="Verdana"/>
                          <a:cs typeface="Verdana"/>
                        </a:rPr>
                        <a:t> </a:t>
                      </a:r>
                      <a:r>
                        <a:rPr lang="en-US" sz="1250" dirty="0">
                          <a:solidFill>
                            <a:srgbClr val="3B3434"/>
                          </a:solidFill>
                          <a:latin typeface="Verdana"/>
                          <a:cs typeface="Verdana"/>
                        </a:rPr>
                        <a:t>and</a:t>
                      </a:r>
                      <a:r>
                        <a:rPr lang="en-US" sz="1250" spc="45" dirty="0">
                          <a:solidFill>
                            <a:srgbClr val="3B3434"/>
                          </a:solidFill>
                          <a:latin typeface="Verdana"/>
                          <a:cs typeface="Verdana"/>
                        </a:rPr>
                        <a:t> </a:t>
                      </a:r>
                      <a:r>
                        <a:rPr lang="en-US" sz="1250" dirty="0">
                          <a:solidFill>
                            <a:srgbClr val="3B3434"/>
                          </a:solidFill>
                          <a:latin typeface="Verdana"/>
                          <a:cs typeface="Verdana"/>
                        </a:rPr>
                        <a:t>private</a:t>
                      </a:r>
                      <a:r>
                        <a:rPr lang="en-US" sz="1250" spc="50" dirty="0">
                          <a:solidFill>
                            <a:srgbClr val="3B3434"/>
                          </a:solidFill>
                          <a:latin typeface="Verdana"/>
                          <a:cs typeface="Verdana"/>
                        </a:rPr>
                        <a:t> </a:t>
                      </a:r>
                      <a:r>
                        <a:rPr lang="en-US" sz="1250" dirty="0">
                          <a:solidFill>
                            <a:srgbClr val="3B3434"/>
                          </a:solidFill>
                          <a:latin typeface="Verdana"/>
                          <a:cs typeface="Verdana"/>
                        </a:rPr>
                        <a:t>access</a:t>
                      </a:r>
                      <a:r>
                        <a:rPr lang="en-US" sz="1250" spc="50" dirty="0">
                          <a:solidFill>
                            <a:srgbClr val="3B3434"/>
                          </a:solidFill>
                          <a:latin typeface="Verdana"/>
                          <a:cs typeface="Verdana"/>
                        </a:rPr>
                        <a:t> </a:t>
                      </a:r>
                      <a:r>
                        <a:rPr lang="en-US" sz="1250" dirty="0">
                          <a:solidFill>
                            <a:srgbClr val="3B3434"/>
                          </a:solidFill>
                          <a:latin typeface="Verdana"/>
                          <a:cs typeface="Verdana"/>
                        </a:rPr>
                        <a:t>using</a:t>
                      </a:r>
                      <a:r>
                        <a:rPr lang="en-US" sz="1250" spc="50" dirty="0">
                          <a:solidFill>
                            <a:srgbClr val="3B3434"/>
                          </a:solidFill>
                          <a:latin typeface="Verdana"/>
                          <a:cs typeface="Verdana"/>
                        </a:rPr>
                        <a:t> </a:t>
                      </a:r>
                      <a:r>
                        <a:rPr lang="en-US" sz="1250" dirty="0">
                          <a:solidFill>
                            <a:srgbClr val="3B3434"/>
                          </a:solidFill>
                          <a:latin typeface="Verdana"/>
                          <a:cs typeface="Verdana"/>
                        </a:rPr>
                        <a:t>enterprise-grade</a:t>
                      </a:r>
                      <a:r>
                        <a:rPr lang="en-US" sz="1250" spc="50" dirty="0">
                          <a:solidFill>
                            <a:srgbClr val="3B3434"/>
                          </a:solidFill>
                          <a:latin typeface="Verdana"/>
                          <a:cs typeface="Verdana"/>
                        </a:rPr>
                        <a:t> </a:t>
                      </a:r>
                      <a:r>
                        <a:rPr lang="en-US" sz="1250" spc="-10" dirty="0">
                          <a:solidFill>
                            <a:srgbClr val="3B3434"/>
                          </a:solidFill>
                          <a:latin typeface="Verdana"/>
                          <a:cs typeface="Verdana"/>
                        </a:rPr>
                        <a:t>security</a:t>
                      </a:r>
                      <a:endParaRPr lang="en-US" sz="1250" dirty="0">
                        <a:latin typeface="Verdana"/>
                        <a:cs typeface="Verdana"/>
                      </a:endParaRPr>
                    </a:p>
                  </a:txBody>
                  <a:tcPr marL="0" marR="0" marT="127000" marB="0">
                    <a:lnL w="9525" cap="flat" cmpd="sng" algn="ctr">
                      <a:solidFill>
                        <a:srgbClr val="FFFAFA"/>
                      </a:solidFill>
                      <a:prstDash val="solid"/>
                      <a:round/>
                      <a:headEnd type="none" w="med" len="med"/>
                      <a:tailEnd type="none" w="med" len="med"/>
                    </a:lnL>
                    <a:solidFill>
                      <a:srgbClr val="FFFFFF">
                        <a:alpha val="3919"/>
                      </a:srgb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457200" y="0"/>
            <a:ext cx="9440957" cy="1101725"/>
          </a:xfrm>
          <a:prstGeom prst="rect">
            <a:avLst/>
          </a:prstGeom>
        </p:spPr>
        <p:txBody>
          <a:bodyPr vert="horz" wrap="square" lIns="0" tIns="577850" rIns="0" bIns="0" rtlCol="0">
            <a:spAutoFit/>
          </a:bodyPr>
          <a:lstStyle/>
          <a:p>
            <a:pPr marL="12700">
              <a:lnSpc>
                <a:spcPct val="100000"/>
              </a:lnSpc>
              <a:spcBef>
                <a:spcPts val="125"/>
              </a:spcBef>
            </a:pPr>
            <a:r>
              <a:rPr spc="85" dirty="0"/>
              <a:t>Modern</a:t>
            </a:r>
            <a:r>
              <a:rPr spc="-80" dirty="0"/>
              <a:t> </a:t>
            </a:r>
            <a:r>
              <a:rPr spc="-340" dirty="0"/>
              <a:t>&amp;</a:t>
            </a:r>
            <a:r>
              <a:rPr spc="-75" dirty="0"/>
              <a:t> </a:t>
            </a:r>
            <a:r>
              <a:rPr spc="50" dirty="0"/>
              <a:t>Scalable</a:t>
            </a:r>
            <a:r>
              <a:rPr spc="-75" dirty="0"/>
              <a:t> </a:t>
            </a:r>
            <a:r>
              <a:rPr dirty="0"/>
              <a:t>Tech</a:t>
            </a:r>
            <a:r>
              <a:rPr spc="-75" dirty="0"/>
              <a:t> </a:t>
            </a:r>
            <a:r>
              <a:rPr spc="45" dirty="0"/>
              <a:t>Stack</a:t>
            </a:r>
          </a:p>
        </p:txBody>
      </p:sp>
      <p:grpSp>
        <p:nvGrpSpPr>
          <p:cNvPr id="3" name="object 3"/>
          <p:cNvGrpSpPr/>
          <p:nvPr/>
        </p:nvGrpSpPr>
        <p:grpSpPr>
          <a:xfrm>
            <a:off x="287221" y="1214137"/>
            <a:ext cx="10914179" cy="2365230"/>
            <a:chOff x="581025" y="2466974"/>
            <a:chExt cx="5038725" cy="1924050"/>
          </a:xfrm>
        </p:grpSpPr>
        <p:sp>
          <p:nvSpPr>
            <p:cNvPr id="4" name="object 4"/>
            <p:cNvSpPr/>
            <p:nvPr/>
          </p:nvSpPr>
          <p:spPr>
            <a:xfrm>
              <a:off x="581025" y="2466974"/>
              <a:ext cx="4901832" cy="1729505"/>
            </a:xfrm>
            <a:custGeom>
              <a:avLst/>
              <a:gdLst/>
              <a:ahLst/>
              <a:cxnLst/>
              <a:rect l="l" t="t" r="r" b="b"/>
              <a:pathLst>
                <a:path w="5038725" h="1924050">
                  <a:moveTo>
                    <a:pt x="4997538" y="0"/>
                  </a:moveTo>
                  <a:lnTo>
                    <a:pt x="41186" y="0"/>
                  </a:lnTo>
                  <a:lnTo>
                    <a:pt x="35128" y="1206"/>
                  </a:lnTo>
                  <a:lnTo>
                    <a:pt x="1205" y="35128"/>
                  </a:lnTo>
                  <a:lnTo>
                    <a:pt x="0" y="41186"/>
                  </a:lnTo>
                  <a:lnTo>
                    <a:pt x="0" y="1876564"/>
                  </a:lnTo>
                  <a:lnTo>
                    <a:pt x="0" y="1882863"/>
                  </a:lnTo>
                  <a:lnTo>
                    <a:pt x="23495" y="1918017"/>
                  </a:lnTo>
                  <a:lnTo>
                    <a:pt x="41186" y="1924050"/>
                  </a:lnTo>
                  <a:lnTo>
                    <a:pt x="4997538" y="1924050"/>
                  </a:lnTo>
                  <a:lnTo>
                    <a:pt x="5032705" y="1900555"/>
                  </a:lnTo>
                  <a:lnTo>
                    <a:pt x="5038725" y="1882863"/>
                  </a:lnTo>
                  <a:lnTo>
                    <a:pt x="5038725" y="41186"/>
                  </a:lnTo>
                  <a:lnTo>
                    <a:pt x="5015230" y="6019"/>
                  </a:lnTo>
                  <a:lnTo>
                    <a:pt x="5003596" y="1206"/>
                  </a:lnTo>
                  <a:lnTo>
                    <a:pt x="4997538" y="0"/>
                  </a:lnTo>
                  <a:close/>
                </a:path>
              </a:pathLst>
            </a:custGeom>
            <a:solidFill>
              <a:srgbClr val="FFFAFA"/>
            </a:solidFill>
          </p:spPr>
          <p:txBody>
            <a:bodyPr wrap="square" lIns="0" tIns="0" rIns="0" bIns="0" rtlCol="0"/>
            <a:lstStyle/>
            <a:p>
              <a:endParaRPr dirty="0"/>
            </a:p>
          </p:txBody>
        </p:sp>
        <p:sp>
          <p:nvSpPr>
            <p:cNvPr id="5" name="object 5"/>
            <p:cNvSpPr/>
            <p:nvPr/>
          </p:nvSpPr>
          <p:spPr>
            <a:xfrm>
              <a:off x="581025" y="2466974"/>
              <a:ext cx="5038725" cy="1924050"/>
            </a:xfrm>
            <a:custGeom>
              <a:avLst/>
              <a:gdLst/>
              <a:ahLst/>
              <a:cxnLst/>
              <a:rect l="l" t="t" r="r" b="b"/>
              <a:pathLst>
                <a:path w="5038725" h="1924050">
                  <a:moveTo>
                    <a:pt x="0" y="1876564"/>
                  </a:moveTo>
                  <a:lnTo>
                    <a:pt x="0" y="47485"/>
                  </a:lnTo>
                  <a:lnTo>
                    <a:pt x="0" y="41186"/>
                  </a:lnTo>
                  <a:lnTo>
                    <a:pt x="1205" y="35128"/>
                  </a:lnTo>
                  <a:lnTo>
                    <a:pt x="3616" y="29311"/>
                  </a:lnTo>
                  <a:lnTo>
                    <a:pt x="6022" y="23495"/>
                  </a:lnTo>
                  <a:lnTo>
                    <a:pt x="9455" y="18351"/>
                  </a:lnTo>
                  <a:lnTo>
                    <a:pt x="13905" y="13906"/>
                  </a:lnTo>
                  <a:lnTo>
                    <a:pt x="18360" y="9448"/>
                  </a:lnTo>
                  <a:lnTo>
                    <a:pt x="23495" y="6019"/>
                  </a:lnTo>
                  <a:lnTo>
                    <a:pt x="29309" y="3606"/>
                  </a:lnTo>
                  <a:lnTo>
                    <a:pt x="35128" y="1206"/>
                  </a:lnTo>
                  <a:lnTo>
                    <a:pt x="41186" y="0"/>
                  </a:lnTo>
                  <a:lnTo>
                    <a:pt x="47481" y="0"/>
                  </a:lnTo>
                  <a:lnTo>
                    <a:pt x="4991239" y="0"/>
                  </a:lnTo>
                  <a:lnTo>
                    <a:pt x="4997538" y="0"/>
                  </a:lnTo>
                  <a:lnTo>
                    <a:pt x="5003596" y="1206"/>
                  </a:lnTo>
                  <a:lnTo>
                    <a:pt x="5009413" y="3606"/>
                  </a:lnTo>
                  <a:lnTo>
                    <a:pt x="5015230" y="6019"/>
                  </a:lnTo>
                  <a:lnTo>
                    <a:pt x="5020360" y="9448"/>
                  </a:lnTo>
                  <a:lnTo>
                    <a:pt x="5024818" y="13906"/>
                  </a:lnTo>
                  <a:lnTo>
                    <a:pt x="5029263" y="18351"/>
                  </a:lnTo>
                  <a:lnTo>
                    <a:pt x="5032705" y="23495"/>
                  </a:lnTo>
                  <a:lnTo>
                    <a:pt x="5035105" y="29311"/>
                  </a:lnTo>
                  <a:lnTo>
                    <a:pt x="5037518" y="35128"/>
                  </a:lnTo>
                  <a:lnTo>
                    <a:pt x="5038725" y="41186"/>
                  </a:lnTo>
                  <a:lnTo>
                    <a:pt x="5038725" y="47485"/>
                  </a:lnTo>
                  <a:lnTo>
                    <a:pt x="5038725" y="1876564"/>
                  </a:lnTo>
                  <a:lnTo>
                    <a:pt x="5038725" y="1882863"/>
                  </a:lnTo>
                  <a:lnTo>
                    <a:pt x="5037518" y="1888921"/>
                  </a:lnTo>
                  <a:lnTo>
                    <a:pt x="5035105" y="1894738"/>
                  </a:lnTo>
                  <a:lnTo>
                    <a:pt x="5032705" y="1900555"/>
                  </a:lnTo>
                  <a:lnTo>
                    <a:pt x="4997538" y="1924050"/>
                  </a:lnTo>
                  <a:lnTo>
                    <a:pt x="4991239" y="1924050"/>
                  </a:lnTo>
                  <a:lnTo>
                    <a:pt x="47481" y="1924050"/>
                  </a:lnTo>
                  <a:lnTo>
                    <a:pt x="41186" y="1924050"/>
                  </a:lnTo>
                  <a:lnTo>
                    <a:pt x="35128" y="1922843"/>
                  </a:lnTo>
                  <a:lnTo>
                    <a:pt x="3616" y="1894738"/>
                  </a:lnTo>
                  <a:lnTo>
                    <a:pt x="1205" y="1888921"/>
                  </a:lnTo>
                  <a:lnTo>
                    <a:pt x="0" y="1882863"/>
                  </a:lnTo>
                  <a:lnTo>
                    <a:pt x="0" y="1876564"/>
                  </a:lnTo>
                  <a:close/>
                </a:path>
              </a:pathLst>
            </a:custGeom>
            <a:ln w="19050">
              <a:solidFill>
                <a:srgbClr val="BAC2DC"/>
              </a:solidFill>
            </a:ln>
          </p:spPr>
          <p:txBody>
            <a:bodyPr wrap="square" lIns="0" tIns="0" rIns="0" bIns="0" rtlCol="0"/>
            <a:lstStyle/>
            <a:p>
              <a:endParaRPr/>
            </a:p>
          </p:txBody>
        </p:sp>
      </p:grpSp>
      <p:sp>
        <p:nvSpPr>
          <p:cNvPr id="7" name="object 7"/>
          <p:cNvSpPr txBox="1"/>
          <p:nvPr/>
        </p:nvSpPr>
        <p:spPr>
          <a:xfrm>
            <a:off x="491529" y="1321478"/>
            <a:ext cx="5343681" cy="271228"/>
          </a:xfrm>
          <a:prstGeom prst="rect">
            <a:avLst/>
          </a:prstGeom>
        </p:spPr>
        <p:txBody>
          <a:bodyPr vert="horz" wrap="square" lIns="0" tIns="17145" rIns="0" bIns="0" rtlCol="0">
            <a:spAutoFit/>
          </a:bodyPr>
          <a:lstStyle/>
          <a:p>
            <a:pPr marL="12700">
              <a:lnSpc>
                <a:spcPct val="100000"/>
              </a:lnSpc>
              <a:spcBef>
                <a:spcPts val="135"/>
              </a:spcBef>
            </a:pPr>
            <a:r>
              <a:rPr lang="en-US" sz="1650" b="1" dirty="0">
                <a:solidFill>
                  <a:srgbClr val="3B3434"/>
                </a:solidFill>
                <a:latin typeface="Tahoma"/>
                <a:cs typeface="Tahoma"/>
              </a:rPr>
              <a:t>Frontend</a:t>
            </a:r>
            <a:r>
              <a:rPr lang="en-US" sz="1650" b="1" spc="350" dirty="0">
                <a:solidFill>
                  <a:srgbClr val="3B3434"/>
                </a:solidFill>
                <a:latin typeface="Tahoma"/>
                <a:cs typeface="Tahoma"/>
              </a:rPr>
              <a:t> </a:t>
            </a:r>
            <a:r>
              <a:rPr lang="en-US" sz="1650" b="1" spc="-10" dirty="0">
                <a:solidFill>
                  <a:srgbClr val="3B3434"/>
                </a:solidFill>
                <a:latin typeface="Tahoma"/>
                <a:cs typeface="Tahoma"/>
              </a:rPr>
              <a:t>Technologies</a:t>
            </a:r>
            <a:endParaRPr lang="en-US" sz="1650" dirty="0">
              <a:latin typeface="Tahoma"/>
              <a:cs typeface="Tahoma"/>
            </a:endParaRPr>
          </a:p>
        </p:txBody>
      </p:sp>
      <p:pic>
        <p:nvPicPr>
          <p:cNvPr id="18" name="Picture 17">
            <a:extLst>
              <a:ext uri="{FF2B5EF4-FFF2-40B4-BE49-F238E27FC236}">
                <a16:creationId xmlns:a16="http://schemas.microsoft.com/office/drawing/2014/main" id="{027F1215-4CD7-F411-D22B-B89D1F87F5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776228" y="1697276"/>
            <a:ext cx="1534730" cy="1305492"/>
          </a:xfrm>
          <a:prstGeom prst="rect">
            <a:avLst/>
          </a:prstGeom>
        </p:spPr>
      </p:pic>
      <p:pic>
        <p:nvPicPr>
          <p:cNvPr id="20" name="Picture 19">
            <a:extLst>
              <a:ext uri="{FF2B5EF4-FFF2-40B4-BE49-F238E27FC236}">
                <a16:creationId xmlns:a16="http://schemas.microsoft.com/office/drawing/2014/main" id="{FDDADED1-5DB1-C811-B280-AFC250F3A1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6353" y="1767355"/>
            <a:ext cx="1559767" cy="1277391"/>
          </a:xfrm>
          <a:prstGeom prst="rect">
            <a:avLst/>
          </a:prstGeom>
        </p:spPr>
      </p:pic>
      <p:pic>
        <p:nvPicPr>
          <p:cNvPr id="22" name="Picture 21">
            <a:extLst>
              <a:ext uri="{FF2B5EF4-FFF2-40B4-BE49-F238E27FC236}">
                <a16:creationId xmlns:a16="http://schemas.microsoft.com/office/drawing/2014/main" id="{4E07D25C-864D-66A3-2129-6EA51396AD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5782" y="1747414"/>
            <a:ext cx="1559767" cy="1278560"/>
          </a:xfrm>
          <a:prstGeom prst="rect">
            <a:avLst/>
          </a:prstGeom>
        </p:spPr>
      </p:pic>
      <p:pic>
        <p:nvPicPr>
          <p:cNvPr id="24" name="Picture 23">
            <a:extLst>
              <a:ext uri="{FF2B5EF4-FFF2-40B4-BE49-F238E27FC236}">
                <a16:creationId xmlns:a16="http://schemas.microsoft.com/office/drawing/2014/main" id="{5AC95EEF-0443-CEDD-76E4-DCF989494E0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042179" y="1645795"/>
            <a:ext cx="2549622" cy="1340608"/>
          </a:xfrm>
          <a:prstGeom prst="rect">
            <a:avLst/>
          </a:prstGeom>
        </p:spPr>
      </p:pic>
      <p:sp>
        <p:nvSpPr>
          <p:cNvPr id="25" name="TextBox 24">
            <a:extLst>
              <a:ext uri="{FF2B5EF4-FFF2-40B4-BE49-F238E27FC236}">
                <a16:creationId xmlns:a16="http://schemas.microsoft.com/office/drawing/2014/main" id="{72AD1E82-4EFF-678A-7F04-51A8F3576AD4}"/>
              </a:ext>
            </a:extLst>
          </p:cNvPr>
          <p:cNvSpPr txBox="1"/>
          <p:nvPr/>
        </p:nvSpPr>
        <p:spPr>
          <a:xfrm>
            <a:off x="1219200" y="3128222"/>
            <a:ext cx="10591800" cy="369332"/>
          </a:xfrm>
          <a:prstGeom prst="rect">
            <a:avLst/>
          </a:prstGeom>
          <a:noFill/>
        </p:spPr>
        <p:txBody>
          <a:bodyPr wrap="square" rtlCol="0">
            <a:spAutoFit/>
          </a:bodyPr>
          <a:lstStyle/>
          <a:p>
            <a:r>
              <a:rPr lang="en-US" dirty="0"/>
              <a:t>React 19                       TypeScript                     Next.js 15                        Tailwind CSS</a:t>
            </a:r>
          </a:p>
        </p:txBody>
      </p:sp>
      <p:grpSp>
        <p:nvGrpSpPr>
          <p:cNvPr id="26" name="object 3">
            <a:extLst>
              <a:ext uri="{FF2B5EF4-FFF2-40B4-BE49-F238E27FC236}">
                <a16:creationId xmlns:a16="http://schemas.microsoft.com/office/drawing/2014/main" id="{A05F4EA1-5708-0406-7341-161FF95C595F}"/>
              </a:ext>
            </a:extLst>
          </p:cNvPr>
          <p:cNvGrpSpPr/>
          <p:nvPr/>
        </p:nvGrpSpPr>
        <p:grpSpPr>
          <a:xfrm>
            <a:off x="287220" y="3721186"/>
            <a:ext cx="10855562" cy="2583806"/>
            <a:chOff x="581025" y="2466974"/>
            <a:chExt cx="5038725" cy="1924050"/>
          </a:xfrm>
        </p:grpSpPr>
        <p:sp>
          <p:nvSpPr>
            <p:cNvPr id="27" name="object 4">
              <a:extLst>
                <a:ext uri="{FF2B5EF4-FFF2-40B4-BE49-F238E27FC236}">
                  <a16:creationId xmlns:a16="http://schemas.microsoft.com/office/drawing/2014/main" id="{77FE58CC-29A7-6BE8-0FCD-1CDE44770E5F}"/>
                </a:ext>
              </a:extLst>
            </p:cNvPr>
            <p:cNvSpPr/>
            <p:nvPr/>
          </p:nvSpPr>
          <p:spPr>
            <a:xfrm>
              <a:off x="581025" y="2466974"/>
              <a:ext cx="5038725" cy="1924050"/>
            </a:xfrm>
            <a:custGeom>
              <a:avLst/>
              <a:gdLst/>
              <a:ahLst/>
              <a:cxnLst/>
              <a:rect l="l" t="t" r="r" b="b"/>
              <a:pathLst>
                <a:path w="5038725" h="1924050">
                  <a:moveTo>
                    <a:pt x="4997538" y="0"/>
                  </a:moveTo>
                  <a:lnTo>
                    <a:pt x="41186" y="0"/>
                  </a:lnTo>
                  <a:lnTo>
                    <a:pt x="35128" y="1206"/>
                  </a:lnTo>
                  <a:lnTo>
                    <a:pt x="1205" y="35128"/>
                  </a:lnTo>
                  <a:lnTo>
                    <a:pt x="0" y="41186"/>
                  </a:lnTo>
                  <a:lnTo>
                    <a:pt x="0" y="1876564"/>
                  </a:lnTo>
                  <a:lnTo>
                    <a:pt x="0" y="1882863"/>
                  </a:lnTo>
                  <a:lnTo>
                    <a:pt x="23495" y="1918017"/>
                  </a:lnTo>
                  <a:lnTo>
                    <a:pt x="41186" y="1924050"/>
                  </a:lnTo>
                  <a:lnTo>
                    <a:pt x="4997538" y="1924050"/>
                  </a:lnTo>
                  <a:lnTo>
                    <a:pt x="5032705" y="1900555"/>
                  </a:lnTo>
                  <a:lnTo>
                    <a:pt x="5038725" y="1882863"/>
                  </a:lnTo>
                  <a:lnTo>
                    <a:pt x="5038725" y="41186"/>
                  </a:lnTo>
                  <a:lnTo>
                    <a:pt x="5015230" y="6019"/>
                  </a:lnTo>
                  <a:lnTo>
                    <a:pt x="5003596" y="1206"/>
                  </a:lnTo>
                  <a:lnTo>
                    <a:pt x="4997538" y="0"/>
                  </a:lnTo>
                  <a:close/>
                </a:path>
              </a:pathLst>
            </a:custGeom>
            <a:solidFill>
              <a:srgbClr val="FFFAFA"/>
            </a:solidFill>
          </p:spPr>
          <p:txBody>
            <a:bodyPr wrap="square" lIns="0" tIns="0" rIns="0" bIns="0" rtlCol="0"/>
            <a:lstStyle/>
            <a:p>
              <a:endParaRPr dirty="0"/>
            </a:p>
          </p:txBody>
        </p:sp>
        <p:sp>
          <p:nvSpPr>
            <p:cNvPr id="28" name="object 5">
              <a:extLst>
                <a:ext uri="{FF2B5EF4-FFF2-40B4-BE49-F238E27FC236}">
                  <a16:creationId xmlns:a16="http://schemas.microsoft.com/office/drawing/2014/main" id="{712C0809-390E-B361-0FE5-03A8E070A078}"/>
                </a:ext>
              </a:extLst>
            </p:cNvPr>
            <p:cNvSpPr/>
            <p:nvPr/>
          </p:nvSpPr>
          <p:spPr>
            <a:xfrm>
              <a:off x="581025" y="2466974"/>
              <a:ext cx="5038725" cy="1924050"/>
            </a:xfrm>
            <a:custGeom>
              <a:avLst/>
              <a:gdLst/>
              <a:ahLst/>
              <a:cxnLst/>
              <a:rect l="l" t="t" r="r" b="b"/>
              <a:pathLst>
                <a:path w="5038725" h="1924050">
                  <a:moveTo>
                    <a:pt x="0" y="1876564"/>
                  </a:moveTo>
                  <a:lnTo>
                    <a:pt x="0" y="47485"/>
                  </a:lnTo>
                  <a:lnTo>
                    <a:pt x="0" y="41186"/>
                  </a:lnTo>
                  <a:lnTo>
                    <a:pt x="1205" y="35128"/>
                  </a:lnTo>
                  <a:lnTo>
                    <a:pt x="3616" y="29311"/>
                  </a:lnTo>
                  <a:lnTo>
                    <a:pt x="6022" y="23495"/>
                  </a:lnTo>
                  <a:lnTo>
                    <a:pt x="9455" y="18351"/>
                  </a:lnTo>
                  <a:lnTo>
                    <a:pt x="13905" y="13906"/>
                  </a:lnTo>
                  <a:lnTo>
                    <a:pt x="18360" y="9448"/>
                  </a:lnTo>
                  <a:lnTo>
                    <a:pt x="23495" y="6019"/>
                  </a:lnTo>
                  <a:lnTo>
                    <a:pt x="29309" y="3606"/>
                  </a:lnTo>
                  <a:lnTo>
                    <a:pt x="35128" y="1206"/>
                  </a:lnTo>
                  <a:lnTo>
                    <a:pt x="41186" y="0"/>
                  </a:lnTo>
                  <a:lnTo>
                    <a:pt x="47481" y="0"/>
                  </a:lnTo>
                  <a:lnTo>
                    <a:pt x="4991239" y="0"/>
                  </a:lnTo>
                  <a:lnTo>
                    <a:pt x="4997538" y="0"/>
                  </a:lnTo>
                  <a:lnTo>
                    <a:pt x="5003596" y="1206"/>
                  </a:lnTo>
                  <a:lnTo>
                    <a:pt x="5009413" y="3606"/>
                  </a:lnTo>
                  <a:lnTo>
                    <a:pt x="5015230" y="6019"/>
                  </a:lnTo>
                  <a:lnTo>
                    <a:pt x="5020360" y="9448"/>
                  </a:lnTo>
                  <a:lnTo>
                    <a:pt x="5024818" y="13906"/>
                  </a:lnTo>
                  <a:lnTo>
                    <a:pt x="5029263" y="18351"/>
                  </a:lnTo>
                  <a:lnTo>
                    <a:pt x="5032705" y="23495"/>
                  </a:lnTo>
                  <a:lnTo>
                    <a:pt x="5035105" y="29311"/>
                  </a:lnTo>
                  <a:lnTo>
                    <a:pt x="5037518" y="35128"/>
                  </a:lnTo>
                  <a:lnTo>
                    <a:pt x="5038725" y="41186"/>
                  </a:lnTo>
                  <a:lnTo>
                    <a:pt x="5038725" y="47485"/>
                  </a:lnTo>
                  <a:lnTo>
                    <a:pt x="5038725" y="1876564"/>
                  </a:lnTo>
                  <a:lnTo>
                    <a:pt x="5038725" y="1882863"/>
                  </a:lnTo>
                  <a:lnTo>
                    <a:pt x="5037518" y="1888921"/>
                  </a:lnTo>
                  <a:lnTo>
                    <a:pt x="5035105" y="1894738"/>
                  </a:lnTo>
                  <a:lnTo>
                    <a:pt x="5032705" y="1900555"/>
                  </a:lnTo>
                  <a:lnTo>
                    <a:pt x="4997538" y="1924050"/>
                  </a:lnTo>
                  <a:lnTo>
                    <a:pt x="4991239" y="1924050"/>
                  </a:lnTo>
                  <a:lnTo>
                    <a:pt x="47481" y="1924050"/>
                  </a:lnTo>
                  <a:lnTo>
                    <a:pt x="41186" y="1924050"/>
                  </a:lnTo>
                  <a:lnTo>
                    <a:pt x="35128" y="1922843"/>
                  </a:lnTo>
                  <a:lnTo>
                    <a:pt x="3616" y="1894738"/>
                  </a:lnTo>
                  <a:lnTo>
                    <a:pt x="1205" y="1888921"/>
                  </a:lnTo>
                  <a:lnTo>
                    <a:pt x="0" y="1882863"/>
                  </a:lnTo>
                  <a:lnTo>
                    <a:pt x="0" y="1876564"/>
                  </a:lnTo>
                  <a:close/>
                </a:path>
              </a:pathLst>
            </a:custGeom>
            <a:ln w="19050">
              <a:solidFill>
                <a:srgbClr val="BAC2DC"/>
              </a:solidFill>
            </a:ln>
          </p:spPr>
          <p:txBody>
            <a:bodyPr wrap="square" lIns="0" tIns="0" rIns="0" bIns="0" rtlCol="0"/>
            <a:lstStyle/>
            <a:p>
              <a:endParaRPr/>
            </a:p>
          </p:txBody>
        </p:sp>
      </p:grpSp>
      <p:sp>
        <p:nvSpPr>
          <p:cNvPr id="29" name="TextBox 28">
            <a:extLst>
              <a:ext uri="{FF2B5EF4-FFF2-40B4-BE49-F238E27FC236}">
                <a16:creationId xmlns:a16="http://schemas.microsoft.com/office/drawing/2014/main" id="{A074AEDE-5E11-B8D4-C035-D13DE8E80076}"/>
              </a:ext>
            </a:extLst>
          </p:cNvPr>
          <p:cNvSpPr txBox="1"/>
          <p:nvPr/>
        </p:nvSpPr>
        <p:spPr>
          <a:xfrm>
            <a:off x="457200" y="3829974"/>
            <a:ext cx="7315200" cy="646331"/>
          </a:xfrm>
          <a:prstGeom prst="rect">
            <a:avLst/>
          </a:prstGeom>
          <a:noFill/>
        </p:spPr>
        <p:txBody>
          <a:bodyPr wrap="square" rtlCol="0">
            <a:spAutoFit/>
          </a:bodyPr>
          <a:lstStyle/>
          <a:p>
            <a:r>
              <a:rPr lang="en-US" sz="1800" b="1" spc="50" dirty="0">
                <a:solidFill>
                  <a:srgbClr val="3B3434"/>
                </a:solidFill>
                <a:latin typeface="Tahoma"/>
                <a:cs typeface="Tahoma"/>
              </a:rPr>
              <a:t>Backend</a:t>
            </a:r>
            <a:r>
              <a:rPr lang="en-US" sz="1800" b="1" spc="-25" dirty="0">
                <a:solidFill>
                  <a:srgbClr val="3B3434"/>
                </a:solidFill>
                <a:latin typeface="Tahoma"/>
                <a:cs typeface="Tahoma"/>
              </a:rPr>
              <a:t> </a:t>
            </a:r>
            <a:r>
              <a:rPr lang="en-US" sz="1800" b="1" spc="-160" dirty="0">
                <a:solidFill>
                  <a:srgbClr val="3B3434"/>
                </a:solidFill>
                <a:latin typeface="Tahoma"/>
                <a:cs typeface="Tahoma"/>
              </a:rPr>
              <a:t>&amp;</a:t>
            </a:r>
            <a:r>
              <a:rPr lang="en-US" sz="1800" b="1" spc="-20" dirty="0">
                <a:solidFill>
                  <a:srgbClr val="3B3434"/>
                </a:solidFill>
                <a:latin typeface="Tahoma"/>
                <a:cs typeface="Tahoma"/>
              </a:rPr>
              <a:t> </a:t>
            </a:r>
            <a:r>
              <a:rPr lang="en-US" sz="1800" b="1" spc="-10" dirty="0">
                <a:solidFill>
                  <a:srgbClr val="3B3434"/>
                </a:solidFill>
                <a:latin typeface="Tahoma"/>
                <a:cs typeface="Tahoma"/>
              </a:rPr>
              <a:t>Database</a:t>
            </a:r>
            <a:endParaRPr lang="en-US" sz="1800" dirty="0">
              <a:latin typeface="Tahoma"/>
              <a:cs typeface="Tahoma"/>
            </a:endParaRPr>
          </a:p>
          <a:p>
            <a:endParaRPr lang="en-US" dirty="0"/>
          </a:p>
        </p:txBody>
      </p:sp>
      <p:sp>
        <p:nvSpPr>
          <p:cNvPr id="30" name="TextBox 29">
            <a:extLst>
              <a:ext uri="{FF2B5EF4-FFF2-40B4-BE49-F238E27FC236}">
                <a16:creationId xmlns:a16="http://schemas.microsoft.com/office/drawing/2014/main" id="{F64EB3B2-8C40-3CE4-1708-6AD9C19EB0F0}"/>
              </a:ext>
            </a:extLst>
          </p:cNvPr>
          <p:cNvSpPr txBox="1"/>
          <p:nvPr/>
        </p:nvSpPr>
        <p:spPr>
          <a:xfrm>
            <a:off x="287219" y="5869812"/>
            <a:ext cx="12361982" cy="646331"/>
          </a:xfrm>
          <a:prstGeom prst="rect">
            <a:avLst/>
          </a:prstGeom>
          <a:noFill/>
        </p:spPr>
        <p:txBody>
          <a:bodyPr wrap="square" rtlCol="0">
            <a:spAutoFit/>
          </a:bodyPr>
          <a:lstStyle/>
          <a:p>
            <a:r>
              <a:rPr lang="en-US" b="1" dirty="0"/>
              <a:t>            AI</a:t>
            </a:r>
            <a:r>
              <a:rPr lang="en-US" dirty="0"/>
              <a:t>: Puter.js AI                       </a:t>
            </a:r>
            <a:r>
              <a:rPr lang="en-US" b="1" dirty="0"/>
              <a:t>Authentication</a:t>
            </a:r>
            <a:r>
              <a:rPr lang="en-US" dirty="0"/>
              <a:t>: </a:t>
            </a:r>
            <a:r>
              <a:rPr lang="en-US" dirty="0" err="1"/>
              <a:t>Supabase</a:t>
            </a:r>
            <a:r>
              <a:rPr lang="en-US" dirty="0"/>
              <a:t> Auth         </a:t>
            </a:r>
            <a:r>
              <a:rPr lang="en-US" b="1" dirty="0"/>
              <a:t>Database</a:t>
            </a:r>
            <a:r>
              <a:rPr lang="en-US" dirty="0"/>
              <a:t>: PostgreSQL </a:t>
            </a:r>
          </a:p>
          <a:p>
            <a:endParaRPr lang="en-US" dirty="0"/>
          </a:p>
        </p:txBody>
      </p:sp>
      <p:pic>
        <p:nvPicPr>
          <p:cNvPr id="34" name="Picture 33">
            <a:extLst>
              <a:ext uri="{FF2B5EF4-FFF2-40B4-BE49-F238E27FC236}">
                <a16:creationId xmlns:a16="http://schemas.microsoft.com/office/drawing/2014/main" id="{C4F5DD66-A122-0443-4236-ED6180DC9C3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52656" y="4254674"/>
            <a:ext cx="1424651" cy="1424651"/>
          </a:xfrm>
          <a:prstGeom prst="rect">
            <a:avLst/>
          </a:prstGeom>
        </p:spPr>
      </p:pic>
      <p:pic>
        <p:nvPicPr>
          <p:cNvPr id="36" name="Picture 35">
            <a:extLst>
              <a:ext uri="{FF2B5EF4-FFF2-40B4-BE49-F238E27FC236}">
                <a16:creationId xmlns:a16="http://schemas.microsoft.com/office/drawing/2014/main" id="{4975BA2A-DC80-7C83-6342-B136F45AA32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67250" y="4236249"/>
            <a:ext cx="1424651" cy="1476222"/>
          </a:xfrm>
          <a:prstGeom prst="rect">
            <a:avLst/>
          </a:prstGeom>
        </p:spPr>
      </p:pic>
      <p:pic>
        <p:nvPicPr>
          <p:cNvPr id="38" name="Picture 37">
            <a:extLst>
              <a:ext uri="{FF2B5EF4-FFF2-40B4-BE49-F238E27FC236}">
                <a16:creationId xmlns:a16="http://schemas.microsoft.com/office/drawing/2014/main" id="{45BEC6C4-6E61-69C0-F9EA-B171935BA3E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139404" y="4068891"/>
            <a:ext cx="1554821" cy="173001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425450" rIns="0" bIns="0" rtlCol="0">
            <a:spAutoFit/>
          </a:bodyPr>
          <a:lstStyle/>
          <a:p>
            <a:pPr marL="12700">
              <a:lnSpc>
                <a:spcPct val="100000"/>
              </a:lnSpc>
              <a:spcBef>
                <a:spcPts val="125"/>
              </a:spcBef>
            </a:pPr>
            <a:r>
              <a:rPr spc="60" dirty="0"/>
              <a:t>How</a:t>
            </a:r>
            <a:r>
              <a:rPr spc="-114" dirty="0"/>
              <a:t> </a:t>
            </a:r>
            <a:r>
              <a:rPr spc="-35" dirty="0"/>
              <a:t>Nyaya.ai</a:t>
            </a:r>
            <a:r>
              <a:rPr spc="-125" dirty="0"/>
              <a:t> </a:t>
            </a:r>
            <a:r>
              <a:rPr spc="-10" dirty="0"/>
              <a:t>Works</a:t>
            </a:r>
          </a:p>
        </p:txBody>
      </p:sp>
      <p:sp>
        <p:nvSpPr>
          <p:cNvPr id="3" name="object 3"/>
          <p:cNvSpPr txBox="1"/>
          <p:nvPr/>
        </p:nvSpPr>
        <p:spPr>
          <a:xfrm>
            <a:off x="551060" y="2300922"/>
            <a:ext cx="201295" cy="220979"/>
          </a:xfrm>
          <a:prstGeom prst="rect">
            <a:avLst/>
          </a:prstGeom>
        </p:spPr>
        <p:txBody>
          <a:bodyPr vert="horz" wrap="square" lIns="0" tIns="16510" rIns="0" bIns="0" rtlCol="0">
            <a:spAutoFit/>
          </a:bodyPr>
          <a:lstStyle/>
          <a:p>
            <a:pPr marL="12700">
              <a:lnSpc>
                <a:spcPct val="100000"/>
              </a:lnSpc>
              <a:spcBef>
                <a:spcPts val="130"/>
              </a:spcBef>
            </a:pPr>
            <a:r>
              <a:rPr sz="1250" spc="-25" dirty="0">
                <a:solidFill>
                  <a:srgbClr val="3B3434"/>
                </a:solidFill>
                <a:latin typeface="Tahoma"/>
                <a:cs typeface="Tahoma"/>
              </a:rPr>
              <a:t>01</a:t>
            </a:r>
            <a:endParaRPr sz="1250">
              <a:latin typeface="Tahoma"/>
              <a:cs typeface="Tahoma"/>
            </a:endParaRPr>
          </a:p>
        </p:txBody>
      </p:sp>
      <p:sp>
        <p:nvSpPr>
          <p:cNvPr id="4" name="object 4"/>
          <p:cNvSpPr/>
          <p:nvPr/>
        </p:nvSpPr>
        <p:spPr>
          <a:xfrm>
            <a:off x="571500" y="2571749"/>
            <a:ext cx="3324225" cy="19050"/>
          </a:xfrm>
          <a:custGeom>
            <a:avLst/>
            <a:gdLst/>
            <a:ahLst/>
            <a:cxnLst/>
            <a:rect l="l" t="t" r="r" b="b"/>
            <a:pathLst>
              <a:path w="3324225" h="19050">
                <a:moveTo>
                  <a:pt x="3324225" y="0"/>
                </a:moveTo>
                <a:lnTo>
                  <a:pt x="0" y="0"/>
                </a:lnTo>
                <a:lnTo>
                  <a:pt x="0" y="19050"/>
                </a:lnTo>
                <a:lnTo>
                  <a:pt x="3324225" y="19050"/>
                </a:lnTo>
                <a:lnTo>
                  <a:pt x="3324225" y="0"/>
                </a:lnTo>
                <a:close/>
              </a:path>
            </a:pathLst>
          </a:custGeom>
          <a:solidFill>
            <a:srgbClr val="1A2D7A"/>
          </a:solidFill>
        </p:spPr>
        <p:txBody>
          <a:bodyPr wrap="square" lIns="0" tIns="0" rIns="0" bIns="0" rtlCol="0"/>
          <a:lstStyle/>
          <a:p>
            <a:endParaRPr/>
          </a:p>
        </p:txBody>
      </p:sp>
      <p:sp>
        <p:nvSpPr>
          <p:cNvPr id="5" name="object 5"/>
          <p:cNvSpPr txBox="1"/>
          <p:nvPr/>
        </p:nvSpPr>
        <p:spPr>
          <a:xfrm>
            <a:off x="557311" y="2668587"/>
            <a:ext cx="2740025" cy="872490"/>
          </a:xfrm>
          <a:prstGeom prst="rect">
            <a:avLst/>
          </a:prstGeom>
        </p:spPr>
        <p:txBody>
          <a:bodyPr vert="horz" wrap="square" lIns="0" tIns="17145" rIns="0" bIns="0" rtlCol="0">
            <a:spAutoFit/>
          </a:bodyPr>
          <a:lstStyle/>
          <a:p>
            <a:pPr marL="12700">
              <a:lnSpc>
                <a:spcPct val="100000"/>
              </a:lnSpc>
              <a:spcBef>
                <a:spcPts val="135"/>
              </a:spcBef>
            </a:pPr>
            <a:r>
              <a:rPr sz="1650" b="1" dirty="0">
                <a:solidFill>
                  <a:srgbClr val="3B3434"/>
                </a:solidFill>
                <a:latin typeface="Tahoma"/>
                <a:cs typeface="Tahoma"/>
              </a:rPr>
              <a:t>Secure</a:t>
            </a:r>
            <a:r>
              <a:rPr sz="1650" b="1" spc="130" dirty="0">
                <a:solidFill>
                  <a:srgbClr val="3B3434"/>
                </a:solidFill>
                <a:latin typeface="Tahoma"/>
                <a:cs typeface="Tahoma"/>
              </a:rPr>
              <a:t> </a:t>
            </a:r>
            <a:r>
              <a:rPr sz="1650" b="1" spc="-10" dirty="0">
                <a:solidFill>
                  <a:srgbClr val="3B3434"/>
                </a:solidFill>
                <a:latin typeface="Tahoma"/>
                <a:cs typeface="Tahoma"/>
              </a:rPr>
              <a:t>Access</a:t>
            </a:r>
            <a:endParaRPr sz="1650">
              <a:latin typeface="Tahoma"/>
              <a:cs typeface="Tahoma"/>
            </a:endParaRPr>
          </a:p>
          <a:p>
            <a:pPr marL="12700" marR="5080">
              <a:lnSpc>
                <a:spcPct val="135000"/>
              </a:lnSpc>
              <a:spcBef>
                <a:spcPts val="595"/>
              </a:spcBef>
            </a:pPr>
            <a:r>
              <a:rPr sz="1250" dirty="0">
                <a:solidFill>
                  <a:srgbClr val="3B3434"/>
                </a:solidFill>
                <a:latin typeface="Verdana"/>
                <a:cs typeface="Verdana"/>
              </a:rPr>
              <a:t>Sign</a:t>
            </a:r>
            <a:r>
              <a:rPr sz="1250" spc="-60" dirty="0">
                <a:solidFill>
                  <a:srgbClr val="3B3434"/>
                </a:solidFill>
                <a:latin typeface="Verdana"/>
                <a:cs typeface="Verdana"/>
              </a:rPr>
              <a:t> </a:t>
            </a:r>
            <a:r>
              <a:rPr sz="1250" dirty="0">
                <a:solidFill>
                  <a:srgbClr val="3B3434"/>
                </a:solidFill>
                <a:latin typeface="Verdana"/>
                <a:cs typeface="Verdana"/>
              </a:rPr>
              <a:t>up</a:t>
            </a:r>
            <a:r>
              <a:rPr sz="1250" spc="-55" dirty="0">
                <a:solidFill>
                  <a:srgbClr val="3B3434"/>
                </a:solidFill>
                <a:latin typeface="Verdana"/>
                <a:cs typeface="Verdana"/>
              </a:rPr>
              <a:t> </a:t>
            </a:r>
            <a:r>
              <a:rPr sz="1250" dirty="0">
                <a:solidFill>
                  <a:srgbClr val="3B3434"/>
                </a:solidFill>
                <a:latin typeface="Verdana"/>
                <a:cs typeface="Verdana"/>
              </a:rPr>
              <a:t>or</a:t>
            </a:r>
            <a:r>
              <a:rPr sz="1250" spc="-55" dirty="0">
                <a:solidFill>
                  <a:srgbClr val="3B3434"/>
                </a:solidFill>
                <a:latin typeface="Verdana"/>
                <a:cs typeface="Verdana"/>
              </a:rPr>
              <a:t> </a:t>
            </a:r>
            <a:r>
              <a:rPr sz="1250" spc="60" dirty="0">
                <a:solidFill>
                  <a:srgbClr val="3B3434"/>
                </a:solidFill>
                <a:latin typeface="Verdana"/>
                <a:cs typeface="Verdana"/>
              </a:rPr>
              <a:t>log</a:t>
            </a:r>
            <a:r>
              <a:rPr sz="1250" spc="-55" dirty="0">
                <a:solidFill>
                  <a:srgbClr val="3B3434"/>
                </a:solidFill>
                <a:latin typeface="Verdana"/>
                <a:cs typeface="Verdana"/>
              </a:rPr>
              <a:t> </a:t>
            </a:r>
            <a:r>
              <a:rPr sz="1250" dirty="0">
                <a:solidFill>
                  <a:srgbClr val="3B3434"/>
                </a:solidFill>
                <a:latin typeface="Verdana"/>
                <a:cs typeface="Verdana"/>
              </a:rPr>
              <a:t>in</a:t>
            </a:r>
            <a:r>
              <a:rPr sz="1250" spc="-60" dirty="0">
                <a:solidFill>
                  <a:srgbClr val="3B3434"/>
                </a:solidFill>
                <a:latin typeface="Verdana"/>
                <a:cs typeface="Verdana"/>
              </a:rPr>
              <a:t> </a:t>
            </a:r>
            <a:r>
              <a:rPr sz="1250" dirty="0">
                <a:solidFill>
                  <a:srgbClr val="3B3434"/>
                </a:solidFill>
                <a:latin typeface="Verdana"/>
                <a:cs typeface="Verdana"/>
              </a:rPr>
              <a:t>using</a:t>
            </a:r>
            <a:r>
              <a:rPr sz="1250" spc="-55" dirty="0">
                <a:solidFill>
                  <a:srgbClr val="3B3434"/>
                </a:solidFill>
                <a:latin typeface="Verdana"/>
                <a:cs typeface="Verdana"/>
              </a:rPr>
              <a:t> </a:t>
            </a:r>
            <a:r>
              <a:rPr sz="1250" dirty="0">
                <a:solidFill>
                  <a:srgbClr val="3B3434"/>
                </a:solidFill>
                <a:latin typeface="Verdana"/>
                <a:cs typeface="Verdana"/>
              </a:rPr>
              <a:t>our</a:t>
            </a:r>
            <a:r>
              <a:rPr sz="1250" spc="-55" dirty="0">
                <a:solidFill>
                  <a:srgbClr val="3B3434"/>
                </a:solidFill>
                <a:latin typeface="Verdana"/>
                <a:cs typeface="Verdana"/>
              </a:rPr>
              <a:t> </a:t>
            </a:r>
            <a:r>
              <a:rPr sz="1250" spc="-10" dirty="0">
                <a:solidFill>
                  <a:srgbClr val="3B3434"/>
                </a:solidFill>
                <a:latin typeface="Verdana"/>
                <a:cs typeface="Verdana"/>
              </a:rPr>
              <a:t>secure </a:t>
            </a:r>
            <a:r>
              <a:rPr sz="1250" spc="20" dirty="0">
                <a:solidFill>
                  <a:srgbClr val="3B3434"/>
                </a:solidFill>
                <a:latin typeface="Verdana"/>
                <a:cs typeface="Verdana"/>
              </a:rPr>
              <a:t>authentication</a:t>
            </a:r>
            <a:r>
              <a:rPr sz="1250" spc="10" dirty="0">
                <a:solidFill>
                  <a:srgbClr val="3B3434"/>
                </a:solidFill>
                <a:latin typeface="Verdana"/>
                <a:cs typeface="Verdana"/>
              </a:rPr>
              <a:t> </a:t>
            </a:r>
            <a:r>
              <a:rPr sz="1250" spc="-10" dirty="0">
                <a:solidFill>
                  <a:srgbClr val="3B3434"/>
                </a:solidFill>
                <a:latin typeface="Verdana"/>
                <a:cs typeface="Verdana"/>
              </a:rPr>
              <a:t>system</a:t>
            </a:r>
            <a:endParaRPr sz="1250">
              <a:latin typeface="Verdana"/>
              <a:cs typeface="Verdana"/>
            </a:endParaRPr>
          </a:p>
        </p:txBody>
      </p:sp>
      <p:sp>
        <p:nvSpPr>
          <p:cNvPr id="6" name="object 6"/>
          <p:cNvSpPr txBox="1"/>
          <p:nvPr/>
        </p:nvSpPr>
        <p:spPr>
          <a:xfrm>
            <a:off x="4018315" y="2300922"/>
            <a:ext cx="234950" cy="220979"/>
          </a:xfrm>
          <a:prstGeom prst="rect">
            <a:avLst/>
          </a:prstGeom>
        </p:spPr>
        <p:txBody>
          <a:bodyPr vert="horz" wrap="square" lIns="0" tIns="16510" rIns="0" bIns="0" rtlCol="0">
            <a:spAutoFit/>
          </a:bodyPr>
          <a:lstStyle/>
          <a:p>
            <a:pPr marL="12700">
              <a:lnSpc>
                <a:spcPct val="100000"/>
              </a:lnSpc>
              <a:spcBef>
                <a:spcPts val="130"/>
              </a:spcBef>
            </a:pPr>
            <a:r>
              <a:rPr sz="1250" spc="105" dirty="0">
                <a:solidFill>
                  <a:srgbClr val="3B3434"/>
                </a:solidFill>
                <a:latin typeface="Tahoma"/>
                <a:cs typeface="Tahoma"/>
              </a:rPr>
              <a:t>02</a:t>
            </a:r>
            <a:endParaRPr sz="1250">
              <a:latin typeface="Tahoma"/>
              <a:cs typeface="Tahoma"/>
            </a:endParaRPr>
          </a:p>
        </p:txBody>
      </p:sp>
      <p:sp>
        <p:nvSpPr>
          <p:cNvPr id="7" name="object 7"/>
          <p:cNvSpPr/>
          <p:nvPr/>
        </p:nvSpPr>
        <p:spPr>
          <a:xfrm>
            <a:off x="4057650" y="2571749"/>
            <a:ext cx="3314700" cy="19050"/>
          </a:xfrm>
          <a:custGeom>
            <a:avLst/>
            <a:gdLst/>
            <a:ahLst/>
            <a:cxnLst/>
            <a:rect l="l" t="t" r="r" b="b"/>
            <a:pathLst>
              <a:path w="3314700" h="19050">
                <a:moveTo>
                  <a:pt x="3314700" y="0"/>
                </a:moveTo>
                <a:lnTo>
                  <a:pt x="0" y="0"/>
                </a:lnTo>
                <a:lnTo>
                  <a:pt x="0" y="19050"/>
                </a:lnTo>
                <a:lnTo>
                  <a:pt x="3314700" y="19050"/>
                </a:lnTo>
                <a:lnTo>
                  <a:pt x="3314700" y="0"/>
                </a:lnTo>
                <a:close/>
              </a:path>
            </a:pathLst>
          </a:custGeom>
          <a:solidFill>
            <a:srgbClr val="1A2D7A"/>
          </a:solidFill>
        </p:spPr>
        <p:txBody>
          <a:bodyPr wrap="square" lIns="0" tIns="0" rIns="0" bIns="0" rtlCol="0"/>
          <a:lstStyle/>
          <a:p>
            <a:endParaRPr/>
          </a:p>
        </p:txBody>
      </p:sp>
      <p:sp>
        <p:nvSpPr>
          <p:cNvPr id="8" name="object 8"/>
          <p:cNvSpPr txBox="1"/>
          <p:nvPr/>
        </p:nvSpPr>
        <p:spPr>
          <a:xfrm>
            <a:off x="4041101" y="2668587"/>
            <a:ext cx="3086735" cy="872490"/>
          </a:xfrm>
          <a:prstGeom prst="rect">
            <a:avLst/>
          </a:prstGeom>
        </p:spPr>
        <p:txBody>
          <a:bodyPr vert="horz" wrap="square" lIns="0" tIns="17145" rIns="0" bIns="0" rtlCol="0">
            <a:spAutoFit/>
          </a:bodyPr>
          <a:lstStyle/>
          <a:p>
            <a:pPr marL="12700">
              <a:lnSpc>
                <a:spcPct val="100000"/>
              </a:lnSpc>
              <a:spcBef>
                <a:spcPts val="135"/>
              </a:spcBef>
            </a:pPr>
            <a:r>
              <a:rPr sz="1650" b="1" spc="-35" dirty="0">
                <a:solidFill>
                  <a:srgbClr val="3B3434"/>
                </a:solidFill>
                <a:latin typeface="Tahoma"/>
                <a:cs typeface="Tahoma"/>
              </a:rPr>
              <a:t>AI</a:t>
            </a:r>
            <a:r>
              <a:rPr sz="1650" b="1" spc="-90" dirty="0">
                <a:solidFill>
                  <a:srgbClr val="3B3434"/>
                </a:solidFill>
                <a:latin typeface="Tahoma"/>
                <a:cs typeface="Tahoma"/>
              </a:rPr>
              <a:t> </a:t>
            </a:r>
            <a:r>
              <a:rPr sz="1650" b="1" spc="-10" dirty="0">
                <a:solidFill>
                  <a:srgbClr val="3B3434"/>
                </a:solidFill>
                <a:latin typeface="Tahoma"/>
                <a:cs typeface="Tahoma"/>
              </a:rPr>
              <a:t>Consultation</a:t>
            </a:r>
            <a:endParaRPr sz="1650">
              <a:latin typeface="Tahoma"/>
              <a:cs typeface="Tahoma"/>
            </a:endParaRPr>
          </a:p>
          <a:p>
            <a:pPr marL="12700" marR="5080">
              <a:lnSpc>
                <a:spcPct val="135000"/>
              </a:lnSpc>
              <a:spcBef>
                <a:spcPts val="595"/>
              </a:spcBef>
            </a:pPr>
            <a:r>
              <a:rPr sz="1250" dirty="0">
                <a:solidFill>
                  <a:srgbClr val="3B3434"/>
                </a:solidFill>
                <a:latin typeface="Verdana"/>
                <a:cs typeface="Verdana"/>
              </a:rPr>
              <a:t>Chat</a:t>
            </a:r>
            <a:r>
              <a:rPr sz="1250" spc="-40" dirty="0">
                <a:solidFill>
                  <a:srgbClr val="3B3434"/>
                </a:solidFill>
                <a:latin typeface="Verdana"/>
                <a:cs typeface="Verdana"/>
              </a:rPr>
              <a:t> </a:t>
            </a:r>
            <a:r>
              <a:rPr sz="1250" dirty="0">
                <a:solidFill>
                  <a:srgbClr val="3B3434"/>
                </a:solidFill>
                <a:latin typeface="Verdana"/>
                <a:cs typeface="Verdana"/>
              </a:rPr>
              <a:t>with</a:t>
            </a:r>
            <a:r>
              <a:rPr sz="1250" spc="-40" dirty="0">
                <a:solidFill>
                  <a:srgbClr val="3B3434"/>
                </a:solidFill>
                <a:latin typeface="Verdana"/>
                <a:cs typeface="Verdana"/>
              </a:rPr>
              <a:t> </a:t>
            </a:r>
            <a:r>
              <a:rPr sz="1250" dirty="0">
                <a:solidFill>
                  <a:srgbClr val="3B3434"/>
                </a:solidFill>
                <a:latin typeface="Verdana"/>
                <a:cs typeface="Verdana"/>
              </a:rPr>
              <a:t>our</a:t>
            </a:r>
            <a:r>
              <a:rPr sz="1250" spc="-40" dirty="0">
                <a:solidFill>
                  <a:srgbClr val="3B3434"/>
                </a:solidFill>
                <a:latin typeface="Verdana"/>
                <a:cs typeface="Verdana"/>
              </a:rPr>
              <a:t> </a:t>
            </a:r>
            <a:r>
              <a:rPr sz="1250" spc="-20" dirty="0">
                <a:solidFill>
                  <a:srgbClr val="3B3434"/>
                </a:solidFill>
                <a:latin typeface="Verdana"/>
                <a:cs typeface="Verdana"/>
              </a:rPr>
              <a:t>AI</a:t>
            </a:r>
            <a:r>
              <a:rPr sz="1250" spc="-40" dirty="0">
                <a:solidFill>
                  <a:srgbClr val="3B3434"/>
                </a:solidFill>
                <a:latin typeface="Verdana"/>
                <a:cs typeface="Verdana"/>
              </a:rPr>
              <a:t> </a:t>
            </a:r>
            <a:r>
              <a:rPr sz="1250" dirty="0">
                <a:solidFill>
                  <a:srgbClr val="3B3434"/>
                </a:solidFill>
                <a:latin typeface="Verdana"/>
                <a:cs typeface="Verdana"/>
              </a:rPr>
              <a:t>assistant</a:t>
            </a:r>
            <a:r>
              <a:rPr sz="1250" spc="-40" dirty="0">
                <a:solidFill>
                  <a:srgbClr val="3B3434"/>
                </a:solidFill>
                <a:latin typeface="Verdana"/>
                <a:cs typeface="Verdana"/>
              </a:rPr>
              <a:t> </a:t>
            </a:r>
            <a:r>
              <a:rPr sz="1250" dirty="0">
                <a:solidFill>
                  <a:srgbClr val="3B3434"/>
                </a:solidFill>
                <a:latin typeface="Verdana"/>
                <a:cs typeface="Verdana"/>
              </a:rPr>
              <a:t>and</a:t>
            </a:r>
            <a:r>
              <a:rPr sz="1250" spc="-40" dirty="0">
                <a:solidFill>
                  <a:srgbClr val="3B3434"/>
                </a:solidFill>
                <a:latin typeface="Verdana"/>
                <a:cs typeface="Verdana"/>
              </a:rPr>
              <a:t> </a:t>
            </a:r>
            <a:r>
              <a:rPr sz="1250" spc="-10" dirty="0">
                <a:solidFill>
                  <a:srgbClr val="3B3434"/>
                </a:solidFill>
                <a:latin typeface="Verdana"/>
                <a:cs typeface="Verdana"/>
              </a:rPr>
              <a:t>receive </a:t>
            </a:r>
            <a:r>
              <a:rPr sz="1250" dirty="0">
                <a:solidFill>
                  <a:srgbClr val="3B3434"/>
                </a:solidFill>
                <a:latin typeface="Verdana"/>
                <a:cs typeface="Verdana"/>
              </a:rPr>
              <a:t>instant</a:t>
            </a:r>
            <a:r>
              <a:rPr sz="1250" spc="-15" dirty="0">
                <a:solidFill>
                  <a:srgbClr val="3B3434"/>
                </a:solidFill>
                <a:latin typeface="Verdana"/>
                <a:cs typeface="Verdana"/>
              </a:rPr>
              <a:t> </a:t>
            </a:r>
            <a:r>
              <a:rPr sz="1250" dirty="0">
                <a:solidFill>
                  <a:srgbClr val="3B3434"/>
                </a:solidFill>
                <a:latin typeface="Verdana"/>
                <a:cs typeface="Verdana"/>
              </a:rPr>
              <a:t>legal</a:t>
            </a:r>
            <a:r>
              <a:rPr sz="1250" spc="-15" dirty="0">
                <a:solidFill>
                  <a:srgbClr val="3B3434"/>
                </a:solidFill>
                <a:latin typeface="Verdana"/>
                <a:cs typeface="Verdana"/>
              </a:rPr>
              <a:t> </a:t>
            </a:r>
            <a:r>
              <a:rPr sz="1250" spc="-10" dirty="0">
                <a:solidFill>
                  <a:srgbClr val="3B3434"/>
                </a:solidFill>
                <a:latin typeface="Verdana"/>
                <a:cs typeface="Verdana"/>
              </a:rPr>
              <a:t>guidance</a:t>
            </a:r>
            <a:endParaRPr sz="1250">
              <a:latin typeface="Verdana"/>
              <a:cs typeface="Verdana"/>
            </a:endParaRPr>
          </a:p>
        </p:txBody>
      </p:sp>
      <p:sp>
        <p:nvSpPr>
          <p:cNvPr id="9" name="object 9"/>
          <p:cNvSpPr txBox="1"/>
          <p:nvPr/>
        </p:nvSpPr>
        <p:spPr>
          <a:xfrm>
            <a:off x="7501783" y="2300922"/>
            <a:ext cx="236854" cy="220979"/>
          </a:xfrm>
          <a:prstGeom prst="rect">
            <a:avLst/>
          </a:prstGeom>
        </p:spPr>
        <p:txBody>
          <a:bodyPr vert="horz" wrap="square" lIns="0" tIns="16510" rIns="0" bIns="0" rtlCol="0">
            <a:spAutoFit/>
          </a:bodyPr>
          <a:lstStyle/>
          <a:p>
            <a:pPr marL="12700">
              <a:lnSpc>
                <a:spcPct val="100000"/>
              </a:lnSpc>
              <a:spcBef>
                <a:spcPts val="130"/>
              </a:spcBef>
            </a:pPr>
            <a:r>
              <a:rPr sz="1250" spc="110" dirty="0">
                <a:solidFill>
                  <a:srgbClr val="3B3434"/>
                </a:solidFill>
                <a:latin typeface="Tahoma"/>
                <a:cs typeface="Tahoma"/>
              </a:rPr>
              <a:t>03</a:t>
            </a:r>
            <a:endParaRPr sz="1250">
              <a:latin typeface="Tahoma"/>
              <a:cs typeface="Tahoma"/>
            </a:endParaRPr>
          </a:p>
        </p:txBody>
      </p:sp>
      <p:sp>
        <p:nvSpPr>
          <p:cNvPr id="10" name="object 10"/>
          <p:cNvSpPr/>
          <p:nvPr/>
        </p:nvSpPr>
        <p:spPr>
          <a:xfrm>
            <a:off x="7534275" y="2571749"/>
            <a:ext cx="3324225" cy="19050"/>
          </a:xfrm>
          <a:custGeom>
            <a:avLst/>
            <a:gdLst/>
            <a:ahLst/>
            <a:cxnLst/>
            <a:rect l="l" t="t" r="r" b="b"/>
            <a:pathLst>
              <a:path w="3324225" h="19050">
                <a:moveTo>
                  <a:pt x="3324225" y="0"/>
                </a:moveTo>
                <a:lnTo>
                  <a:pt x="0" y="0"/>
                </a:lnTo>
                <a:lnTo>
                  <a:pt x="0" y="19050"/>
                </a:lnTo>
                <a:lnTo>
                  <a:pt x="3324225" y="19050"/>
                </a:lnTo>
                <a:lnTo>
                  <a:pt x="3324225" y="0"/>
                </a:lnTo>
                <a:close/>
              </a:path>
            </a:pathLst>
          </a:custGeom>
          <a:solidFill>
            <a:srgbClr val="1A2D7A"/>
          </a:solidFill>
        </p:spPr>
        <p:txBody>
          <a:bodyPr wrap="square" lIns="0" tIns="0" rIns="0" bIns="0" rtlCol="0"/>
          <a:lstStyle/>
          <a:p>
            <a:endParaRPr/>
          </a:p>
        </p:txBody>
      </p:sp>
      <p:sp>
        <p:nvSpPr>
          <p:cNvPr id="11" name="object 11"/>
          <p:cNvSpPr txBox="1"/>
          <p:nvPr/>
        </p:nvSpPr>
        <p:spPr>
          <a:xfrm>
            <a:off x="7525740" y="2668587"/>
            <a:ext cx="3060065" cy="872490"/>
          </a:xfrm>
          <a:prstGeom prst="rect">
            <a:avLst/>
          </a:prstGeom>
        </p:spPr>
        <p:txBody>
          <a:bodyPr vert="horz" wrap="square" lIns="0" tIns="17145" rIns="0" bIns="0" rtlCol="0">
            <a:spAutoFit/>
          </a:bodyPr>
          <a:lstStyle/>
          <a:p>
            <a:pPr marL="12700">
              <a:lnSpc>
                <a:spcPct val="100000"/>
              </a:lnSpc>
              <a:spcBef>
                <a:spcPts val="135"/>
              </a:spcBef>
            </a:pPr>
            <a:r>
              <a:rPr sz="1650" b="1" spc="60" dirty="0">
                <a:solidFill>
                  <a:srgbClr val="3B3434"/>
                </a:solidFill>
                <a:latin typeface="Tahoma"/>
                <a:cs typeface="Tahoma"/>
              </a:rPr>
              <a:t>Document</a:t>
            </a:r>
            <a:r>
              <a:rPr sz="1650" b="1" spc="-5" dirty="0">
                <a:solidFill>
                  <a:srgbClr val="3B3434"/>
                </a:solidFill>
                <a:latin typeface="Tahoma"/>
                <a:cs typeface="Tahoma"/>
              </a:rPr>
              <a:t> </a:t>
            </a:r>
            <a:r>
              <a:rPr sz="1650" b="1" spc="-10" dirty="0">
                <a:solidFill>
                  <a:srgbClr val="3B3434"/>
                </a:solidFill>
                <a:latin typeface="Tahoma"/>
                <a:cs typeface="Tahoma"/>
              </a:rPr>
              <a:t>Generation</a:t>
            </a:r>
            <a:endParaRPr sz="1650">
              <a:latin typeface="Tahoma"/>
              <a:cs typeface="Tahoma"/>
            </a:endParaRPr>
          </a:p>
          <a:p>
            <a:pPr marL="12700" marR="5080">
              <a:lnSpc>
                <a:spcPct val="135000"/>
              </a:lnSpc>
              <a:spcBef>
                <a:spcPts val="595"/>
              </a:spcBef>
            </a:pPr>
            <a:r>
              <a:rPr sz="1250" dirty="0">
                <a:solidFill>
                  <a:srgbClr val="3B3434"/>
                </a:solidFill>
                <a:latin typeface="Verdana"/>
                <a:cs typeface="Verdana"/>
              </a:rPr>
              <a:t>Create</a:t>
            </a:r>
            <a:r>
              <a:rPr sz="1250" spc="-5" dirty="0">
                <a:solidFill>
                  <a:srgbClr val="3B3434"/>
                </a:solidFill>
                <a:latin typeface="Verdana"/>
                <a:cs typeface="Verdana"/>
              </a:rPr>
              <a:t> </a:t>
            </a:r>
            <a:r>
              <a:rPr sz="1250" dirty="0">
                <a:solidFill>
                  <a:srgbClr val="3B3434"/>
                </a:solidFill>
                <a:latin typeface="Verdana"/>
                <a:cs typeface="Verdana"/>
              </a:rPr>
              <a:t>and</a:t>
            </a:r>
            <a:r>
              <a:rPr sz="1250" spc="-5" dirty="0">
                <a:solidFill>
                  <a:srgbClr val="3B3434"/>
                </a:solidFill>
                <a:latin typeface="Verdana"/>
                <a:cs typeface="Verdana"/>
              </a:rPr>
              <a:t> </a:t>
            </a:r>
            <a:r>
              <a:rPr sz="1250" dirty="0">
                <a:solidFill>
                  <a:srgbClr val="3B3434"/>
                </a:solidFill>
                <a:latin typeface="Verdana"/>
                <a:cs typeface="Verdana"/>
              </a:rPr>
              <a:t>enhance</a:t>
            </a:r>
            <a:r>
              <a:rPr sz="1250" spc="-5" dirty="0">
                <a:solidFill>
                  <a:srgbClr val="3B3434"/>
                </a:solidFill>
                <a:latin typeface="Verdana"/>
                <a:cs typeface="Verdana"/>
              </a:rPr>
              <a:t> </a:t>
            </a:r>
            <a:r>
              <a:rPr sz="1250" dirty="0">
                <a:solidFill>
                  <a:srgbClr val="3B3434"/>
                </a:solidFill>
                <a:latin typeface="Verdana"/>
                <a:cs typeface="Verdana"/>
              </a:rPr>
              <a:t>legal</a:t>
            </a:r>
            <a:r>
              <a:rPr sz="1250" spc="-5" dirty="0">
                <a:solidFill>
                  <a:srgbClr val="3B3434"/>
                </a:solidFill>
                <a:latin typeface="Verdana"/>
                <a:cs typeface="Verdana"/>
              </a:rPr>
              <a:t> </a:t>
            </a:r>
            <a:r>
              <a:rPr sz="1250" spc="35" dirty="0">
                <a:solidFill>
                  <a:srgbClr val="3B3434"/>
                </a:solidFill>
                <a:latin typeface="Verdana"/>
                <a:cs typeface="Verdana"/>
              </a:rPr>
              <a:t>documents </a:t>
            </a:r>
            <a:r>
              <a:rPr sz="1250" dirty="0">
                <a:solidFill>
                  <a:srgbClr val="3B3434"/>
                </a:solidFill>
                <a:latin typeface="Verdana"/>
                <a:cs typeface="Verdana"/>
              </a:rPr>
              <a:t>with</a:t>
            </a:r>
            <a:r>
              <a:rPr sz="1250" spc="-75" dirty="0">
                <a:solidFill>
                  <a:srgbClr val="3B3434"/>
                </a:solidFill>
                <a:latin typeface="Verdana"/>
                <a:cs typeface="Verdana"/>
              </a:rPr>
              <a:t> </a:t>
            </a:r>
            <a:r>
              <a:rPr sz="1250" spc="-20" dirty="0">
                <a:solidFill>
                  <a:srgbClr val="3B3434"/>
                </a:solidFill>
                <a:latin typeface="Verdana"/>
                <a:cs typeface="Verdana"/>
              </a:rPr>
              <a:t>AI</a:t>
            </a:r>
            <a:r>
              <a:rPr sz="1250" spc="-70" dirty="0">
                <a:solidFill>
                  <a:srgbClr val="3B3434"/>
                </a:solidFill>
                <a:latin typeface="Verdana"/>
                <a:cs typeface="Verdana"/>
              </a:rPr>
              <a:t> </a:t>
            </a:r>
            <a:r>
              <a:rPr sz="1250" spc="-10" dirty="0">
                <a:solidFill>
                  <a:srgbClr val="3B3434"/>
                </a:solidFill>
                <a:latin typeface="Verdana"/>
                <a:cs typeface="Verdana"/>
              </a:rPr>
              <a:t>assistance</a:t>
            </a:r>
            <a:endParaRPr sz="1250">
              <a:latin typeface="Verdana"/>
              <a:cs typeface="Verdana"/>
            </a:endParaRPr>
          </a:p>
        </p:txBody>
      </p:sp>
      <p:sp>
        <p:nvSpPr>
          <p:cNvPr id="12" name="object 12"/>
          <p:cNvSpPr txBox="1"/>
          <p:nvPr/>
        </p:nvSpPr>
        <p:spPr>
          <a:xfrm>
            <a:off x="532904" y="3843972"/>
            <a:ext cx="237490" cy="220979"/>
          </a:xfrm>
          <a:prstGeom prst="rect">
            <a:avLst/>
          </a:prstGeom>
        </p:spPr>
        <p:txBody>
          <a:bodyPr vert="horz" wrap="square" lIns="0" tIns="16510" rIns="0" bIns="0" rtlCol="0">
            <a:spAutoFit/>
          </a:bodyPr>
          <a:lstStyle/>
          <a:p>
            <a:pPr marL="12700">
              <a:lnSpc>
                <a:spcPct val="100000"/>
              </a:lnSpc>
              <a:spcBef>
                <a:spcPts val="130"/>
              </a:spcBef>
            </a:pPr>
            <a:r>
              <a:rPr sz="1250" spc="114" dirty="0">
                <a:solidFill>
                  <a:srgbClr val="3B3434"/>
                </a:solidFill>
                <a:latin typeface="Tahoma"/>
                <a:cs typeface="Tahoma"/>
              </a:rPr>
              <a:t>04</a:t>
            </a:r>
            <a:endParaRPr sz="1250">
              <a:latin typeface="Tahoma"/>
              <a:cs typeface="Tahoma"/>
            </a:endParaRPr>
          </a:p>
        </p:txBody>
      </p:sp>
      <p:sp>
        <p:nvSpPr>
          <p:cNvPr id="13" name="object 13"/>
          <p:cNvSpPr/>
          <p:nvPr/>
        </p:nvSpPr>
        <p:spPr>
          <a:xfrm>
            <a:off x="571500" y="4114800"/>
            <a:ext cx="5057775" cy="19050"/>
          </a:xfrm>
          <a:custGeom>
            <a:avLst/>
            <a:gdLst/>
            <a:ahLst/>
            <a:cxnLst/>
            <a:rect l="l" t="t" r="r" b="b"/>
            <a:pathLst>
              <a:path w="5057775" h="19050">
                <a:moveTo>
                  <a:pt x="5057775" y="0"/>
                </a:moveTo>
                <a:lnTo>
                  <a:pt x="0" y="0"/>
                </a:lnTo>
                <a:lnTo>
                  <a:pt x="0" y="19050"/>
                </a:lnTo>
                <a:lnTo>
                  <a:pt x="5057775" y="19050"/>
                </a:lnTo>
                <a:lnTo>
                  <a:pt x="5057775" y="0"/>
                </a:lnTo>
                <a:close/>
              </a:path>
            </a:pathLst>
          </a:custGeom>
          <a:solidFill>
            <a:srgbClr val="1A2D7A"/>
          </a:solidFill>
        </p:spPr>
        <p:txBody>
          <a:bodyPr wrap="square" lIns="0" tIns="0" rIns="0" bIns="0" rtlCol="0"/>
          <a:lstStyle/>
          <a:p>
            <a:endParaRPr/>
          </a:p>
        </p:txBody>
      </p:sp>
      <p:sp>
        <p:nvSpPr>
          <p:cNvPr id="14" name="object 14"/>
          <p:cNvSpPr txBox="1"/>
          <p:nvPr/>
        </p:nvSpPr>
        <p:spPr>
          <a:xfrm>
            <a:off x="557311" y="4221162"/>
            <a:ext cx="4476750" cy="605790"/>
          </a:xfrm>
          <a:prstGeom prst="rect">
            <a:avLst/>
          </a:prstGeom>
        </p:spPr>
        <p:txBody>
          <a:bodyPr vert="horz" wrap="square" lIns="0" tIns="17145" rIns="0" bIns="0" rtlCol="0">
            <a:spAutoFit/>
          </a:bodyPr>
          <a:lstStyle/>
          <a:p>
            <a:pPr marL="12700">
              <a:lnSpc>
                <a:spcPct val="100000"/>
              </a:lnSpc>
              <a:spcBef>
                <a:spcPts val="135"/>
              </a:spcBef>
            </a:pPr>
            <a:r>
              <a:rPr sz="1650" b="1" dirty="0">
                <a:solidFill>
                  <a:srgbClr val="3B3434"/>
                </a:solidFill>
                <a:latin typeface="Tahoma"/>
                <a:cs typeface="Tahoma"/>
              </a:rPr>
              <a:t>Expert</a:t>
            </a:r>
            <a:r>
              <a:rPr sz="1650" b="1" spc="240" dirty="0">
                <a:solidFill>
                  <a:srgbClr val="3B3434"/>
                </a:solidFill>
                <a:latin typeface="Tahoma"/>
                <a:cs typeface="Tahoma"/>
              </a:rPr>
              <a:t> </a:t>
            </a:r>
            <a:r>
              <a:rPr sz="1650" b="1" spc="40" dirty="0">
                <a:solidFill>
                  <a:srgbClr val="3B3434"/>
                </a:solidFill>
                <a:latin typeface="Tahoma"/>
                <a:cs typeface="Tahoma"/>
              </a:rPr>
              <a:t>Connection</a:t>
            </a:r>
            <a:endParaRPr sz="1650">
              <a:latin typeface="Tahoma"/>
              <a:cs typeface="Tahoma"/>
            </a:endParaRPr>
          </a:p>
          <a:p>
            <a:pPr marL="12700">
              <a:lnSpc>
                <a:spcPct val="100000"/>
              </a:lnSpc>
              <a:spcBef>
                <a:spcPts val="1045"/>
              </a:spcBef>
            </a:pPr>
            <a:r>
              <a:rPr sz="1250" spc="60" dirty="0">
                <a:solidFill>
                  <a:srgbClr val="3B3434"/>
                </a:solidFill>
                <a:latin typeface="Verdana"/>
                <a:cs typeface="Verdana"/>
              </a:rPr>
              <a:t>Connect</a:t>
            </a:r>
            <a:r>
              <a:rPr sz="1250" spc="15" dirty="0">
                <a:solidFill>
                  <a:srgbClr val="3B3434"/>
                </a:solidFill>
                <a:latin typeface="Verdana"/>
                <a:cs typeface="Verdana"/>
              </a:rPr>
              <a:t> </a:t>
            </a:r>
            <a:r>
              <a:rPr sz="1250" dirty="0">
                <a:solidFill>
                  <a:srgbClr val="3B3434"/>
                </a:solidFill>
                <a:latin typeface="Verdana"/>
                <a:cs typeface="Verdana"/>
              </a:rPr>
              <a:t>with</a:t>
            </a:r>
            <a:r>
              <a:rPr sz="1250" spc="20" dirty="0">
                <a:solidFill>
                  <a:srgbClr val="3B3434"/>
                </a:solidFill>
                <a:latin typeface="Verdana"/>
                <a:cs typeface="Verdana"/>
              </a:rPr>
              <a:t> </a:t>
            </a:r>
            <a:r>
              <a:rPr sz="1250" dirty="0">
                <a:solidFill>
                  <a:srgbClr val="3B3434"/>
                </a:solidFill>
                <a:latin typeface="Verdana"/>
                <a:cs typeface="Verdana"/>
              </a:rPr>
              <a:t>qualified</a:t>
            </a:r>
            <a:r>
              <a:rPr sz="1250" spc="15" dirty="0">
                <a:solidFill>
                  <a:srgbClr val="3B3434"/>
                </a:solidFill>
                <a:latin typeface="Verdana"/>
                <a:cs typeface="Verdana"/>
              </a:rPr>
              <a:t> </a:t>
            </a:r>
            <a:r>
              <a:rPr sz="1250" spc="-10" dirty="0">
                <a:solidFill>
                  <a:srgbClr val="3B3434"/>
                </a:solidFill>
                <a:latin typeface="Verdana"/>
                <a:cs typeface="Verdana"/>
              </a:rPr>
              <a:t>lawyers</a:t>
            </a:r>
            <a:r>
              <a:rPr sz="1250" spc="20" dirty="0">
                <a:solidFill>
                  <a:srgbClr val="3B3434"/>
                </a:solidFill>
                <a:latin typeface="Verdana"/>
                <a:cs typeface="Verdana"/>
              </a:rPr>
              <a:t> </a:t>
            </a:r>
            <a:r>
              <a:rPr sz="1250" dirty="0">
                <a:solidFill>
                  <a:srgbClr val="3B3434"/>
                </a:solidFill>
                <a:latin typeface="Verdana"/>
                <a:cs typeface="Verdana"/>
              </a:rPr>
              <a:t>for</a:t>
            </a:r>
            <a:r>
              <a:rPr sz="1250" spc="15" dirty="0">
                <a:solidFill>
                  <a:srgbClr val="3B3434"/>
                </a:solidFill>
                <a:latin typeface="Verdana"/>
                <a:cs typeface="Verdana"/>
              </a:rPr>
              <a:t> </a:t>
            </a:r>
            <a:r>
              <a:rPr sz="1250" dirty="0">
                <a:solidFill>
                  <a:srgbClr val="3B3434"/>
                </a:solidFill>
                <a:latin typeface="Verdana"/>
                <a:cs typeface="Verdana"/>
              </a:rPr>
              <a:t>personalised</a:t>
            </a:r>
            <a:r>
              <a:rPr sz="1250" spc="20" dirty="0">
                <a:solidFill>
                  <a:srgbClr val="3B3434"/>
                </a:solidFill>
                <a:latin typeface="Verdana"/>
                <a:cs typeface="Verdana"/>
              </a:rPr>
              <a:t> </a:t>
            </a:r>
            <a:r>
              <a:rPr sz="1250" spc="-10" dirty="0">
                <a:solidFill>
                  <a:srgbClr val="3B3434"/>
                </a:solidFill>
                <a:latin typeface="Verdana"/>
                <a:cs typeface="Verdana"/>
              </a:rPr>
              <a:t>advice</a:t>
            </a:r>
            <a:endParaRPr sz="1250">
              <a:latin typeface="Verdana"/>
              <a:cs typeface="Verdana"/>
            </a:endParaRPr>
          </a:p>
        </p:txBody>
      </p:sp>
      <p:sp>
        <p:nvSpPr>
          <p:cNvPr id="15" name="object 15"/>
          <p:cNvSpPr txBox="1"/>
          <p:nvPr/>
        </p:nvSpPr>
        <p:spPr>
          <a:xfrm>
            <a:off x="5757219" y="3843972"/>
            <a:ext cx="241935" cy="220979"/>
          </a:xfrm>
          <a:prstGeom prst="rect">
            <a:avLst/>
          </a:prstGeom>
        </p:spPr>
        <p:txBody>
          <a:bodyPr vert="horz" wrap="square" lIns="0" tIns="16510" rIns="0" bIns="0" rtlCol="0">
            <a:spAutoFit/>
          </a:bodyPr>
          <a:lstStyle/>
          <a:p>
            <a:pPr marL="12700">
              <a:lnSpc>
                <a:spcPct val="100000"/>
              </a:lnSpc>
              <a:spcBef>
                <a:spcPts val="130"/>
              </a:spcBef>
            </a:pPr>
            <a:r>
              <a:rPr sz="1250" spc="130" dirty="0">
                <a:solidFill>
                  <a:srgbClr val="3B3434"/>
                </a:solidFill>
                <a:latin typeface="Tahoma"/>
                <a:cs typeface="Tahoma"/>
              </a:rPr>
              <a:t>05</a:t>
            </a:r>
            <a:endParaRPr sz="1250">
              <a:latin typeface="Tahoma"/>
              <a:cs typeface="Tahoma"/>
            </a:endParaRPr>
          </a:p>
        </p:txBody>
      </p:sp>
      <p:sp>
        <p:nvSpPr>
          <p:cNvPr id="16" name="object 16"/>
          <p:cNvSpPr/>
          <p:nvPr/>
        </p:nvSpPr>
        <p:spPr>
          <a:xfrm>
            <a:off x="5800725" y="4114800"/>
            <a:ext cx="5057775" cy="19050"/>
          </a:xfrm>
          <a:custGeom>
            <a:avLst/>
            <a:gdLst/>
            <a:ahLst/>
            <a:cxnLst/>
            <a:rect l="l" t="t" r="r" b="b"/>
            <a:pathLst>
              <a:path w="5057775" h="19050">
                <a:moveTo>
                  <a:pt x="5057775" y="0"/>
                </a:moveTo>
                <a:lnTo>
                  <a:pt x="0" y="0"/>
                </a:lnTo>
                <a:lnTo>
                  <a:pt x="0" y="19050"/>
                </a:lnTo>
                <a:lnTo>
                  <a:pt x="5057775" y="19050"/>
                </a:lnTo>
                <a:lnTo>
                  <a:pt x="5057775" y="0"/>
                </a:lnTo>
                <a:close/>
              </a:path>
            </a:pathLst>
          </a:custGeom>
          <a:solidFill>
            <a:srgbClr val="1A2D7A"/>
          </a:solidFill>
        </p:spPr>
        <p:txBody>
          <a:bodyPr wrap="square" lIns="0" tIns="0" rIns="0" bIns="0" rtlCol="0"/>
          <a:lstStyle/>
          <a:p>
            <a:endParaRPr/>
          </a:p>
        </p:txBody>
      </p:sp>
      <p:sp>
        <p:nvSpPr>
          <p:cNvPr id="17" name="object 17"/>
          <p:cNvSpPr txBox="1"/>
          <p:nvPr/>
        </p:nvSpPr>
        <p:spPr>
          <a:xfrm>
            <a:off x="5783707" y="4221162"/>
            <a:ext cx="4207510" cy="605790"/>
          </a:xfrm>
          <a:prstGeom prst="rect">
            <a:avLst/>
          </a:prstGeom>
        </p:spPr>
        <p:txBody>
          <a:bodyPr vert="horz" wrap="square" lIns="0" tIns="17145" rIns="0" bIns="0" rtlCol="0">
            <a:spAutoFit/>
          </a:bodyPr>
          <a:lstStyle/>
          <a:p>
            <a:pPr marL="12700">
              <a:lnSpc>
                <a:spcPct val="100000"/>
              </a:lnSpc>
              <a:spcBef>
                <a:spcPts val="135"/>
              </a:spcBef>
            </a:pPr>
            <a:r>
              <a:rPr sz="1650" b="1" dirty="0">
                <a:solidFill>
                  <a:srgbClr val="3B3434"/>
                </a:solidFill>
                <a:latin typeface="Tahoma"/>
                <a:cs typeface="Tahoma"/>
              </a:rPr>
              <a:t>Secure</a:t>
            </a:r>
            <a:r>
              <a:rPr sz="1650" b="1" spc="135" dirty="0">
                <a:solidFill>
                  <a:srgbClr val="3B3434"/>
                </a:solidFill>
                <a:latin typeface="Tahoma"/>
                <a:cs typeface="Tahoma"/>
              </a:rPr>
              <a:t> </a:t>
            </a:r>
            <a:r>
              <a:rPr sz="1650" b="1" spc="-10" dirty="0">
                <a:solidFill>
                  <a:srgbClr val="3B3434"/>
                </a:solidFill>
                <a:latin typeface="Tahoma"/>
                <a:cs typeface="Tahoma"/>
              </a:rPr>
              <a:t>Storage</a:t>
            </a:r>
            <a:endParaRPr sz="1650">
              <a:latin typeface="Tahoma"/>
              <a:cs typeface="Tahoma"/>
            </a:endParaRPr>
          </a:p>
          <a:p>
            <a:pPr marL="12700">
              <a:lnSpc>
                <a:spcPct val="100000"/>
              </a:lnSpc>
              <a:spcBef>
                <a:spcPts val="1045"/>
              </a:spcBef>
            </a:pPr>
            <a:r>
              <a:rPr sz="1250" dirty="0">
                <a:solidFill>
                  <a:srgbClr val="3B3434"/>
                </a:solidFill>
                <a:latin typeface="Verdana"/>
                <a:cs typeface="Verdana"/>
              </a:rPr>
              <a:t>Export,</a:t>
            </a:r>
            <a:r>
              <a:rPr sz="1250" spc="-114" dirty="0">
                <a:solidFill>
                  <a:srgbClr val="3B3434"/>
                </a:solidFill>
                <a:latin typeface="Verdana"/>
                <a:cs typeface="Verdana"/>
              </a:rPr>
              <a:t> </a:t>
            </a:r>
            <a:r>
              <a:rPr sz="1250" spc="-40" dirty="0">
                <a:solidFill>
                  <a:srgbClr val="3B3434"/>
                </a:solidFill>
                <a:latin typeface="Verdana"/>
                <a:cs typeface="Verdana"/>
              </a:rPr>
              <a:t>save,</a:t>
            </a:r>
            <a:r>
              <a:rPr sz="1250" spc="-114" dirty="0">
                <a:solidFill>
                  <a:srgbClr val="3B3434"/>
                </a:solidFill>
                <a:latin typeface="Verdana"/>
                <a:cs typeface="Verdana"/>
              </a:rPr>
              <a:t> </a:t>
            </a:r>
            <a:r>
              <a:rPr sz="1250" dirty="0">
                <a:solidFill>
                  <a:srgbClr val="3B3434"/>
                </a:solidFill>
                <a:latin typeface="Verdana"/>
                <a:cs typeface="Verdana"/>
              </a:rPr>
              <a:t>or</a:t>
            </a:r>
            <a:r>
              <a:rPr sz="1250" spc="-110" dirty="0">
                <a:solidFill>
                  <a:srgbClr val="3B3434"/>
                </a:solidFill>
                <a:latin typeface="Verdana"/>
                <a:cs typeface="Verdana"/>
              </a:rPr>
              <a:t> </a:t>
            </a:r>
            <a:r>
              <a:rPr sz="1250" spc="45" dirty="0">
                <a:solidFill>
                  <a:srgbClr val="3B3434"/>
                </a:solidFill>
                <a:latin typeface="Verdana"/>
                <a:cs typeface="Verdana"/>
              </a:rPr>
              <a:t>download</a:t>
            </a:r>
            <a:r>
              <a:rPr sz="1250" spc="-114" dirty="0">
                <a:solidFill>
                  <a:srgbClr val="3B3434"/>
                </a:solidFill>
                <a:latin typeface="Verdana"/>
                <a:cs typeface="Verdana"/>
              </a:rPr>
              <a:t> </a:t>
            </a:r>
            <a:r>
              <a:rPr sz="1250" spc="-10" dirty="0">
                <a:solidFill>
                  <a:srgbClr val="3B3434"/>
                </a:solidFill>
                <a:latin typeface="Verdana"/>
                <a:cs typeface="Verdana"/>
              </a:rPr>
              <a:t>your</a:t>
            </a:r>
            <a:r>
              <a:rPr sz="1250" spc="-110" dirty="0">
                <a:solidFill>
                  <a:srgbClr val="3B3434"/>
                </a:solidFill>
                <a:latin typeface="Verdana"/>
                <a:cs typeface="Verdana"/>
              </a:rPr>
              <a:t> </a:t>
            </a:r>
            <a:r>
              <a:rPr sz="1250" spc="45" dirty="0">
                <a:solidFill>
                  <a:srgbClr val="3B3434"/>
                </a:solidFill>
                <a:latin typeface="Verdana"/>
                <a:cs typeface="Verdana"/>
              </a:rPr>
              <a:t>documents</a:t>
            </a:r>
            <a:r>
              <a:rPr sz="1250" spc="-114" dirty="0">
                <a:solidFill>
                  <a:srgbClr val="3B3434"/>
                </a:solidFill>
                <a:latin typeface="Verdana"/>
                <a:cs typeface="Verdana"/>
              </a:rPr>
              <a:t> </a:t>
            </a:r>
            <a:r>
              <a:rPr sz="1250" spc="-10" dirty="0">
                <a:solidFill>
                  <a:srgbClr val="3B3434"/>
                </a:solidFill>
                <a:latin typeface="Verdana"/>
                <a:cs typeface="Verdana"/>
              </a:rPr>
              <a:t>securely</a:t>
            </a:r>
            <a:endParaRPr sz="1250">
              <a:latin typeface="Verdana"/>
              <a:cs typeface="Verdan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5362-B336-D700-1A05-7DEEECF74864}"/>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3D0B96C-CA46-A470-D9EF-E7C46B57BD2F}"/>
              </a:ext>
            </a:extLst>
          </p:cNvPr>
          <p:cNvSpPr txBox="1">
            <a:spLocks noGrp="1"/>
          </p:cNvSpPr>
          <p:nvPr>
            <p:ph type="title"/>
          </p:nvPr>
        </p:nvSpPr>
        <p:spPr>
          <a:xfrm>
            <a:off x="457200" y="147195"/>
            <a:ext cx="9440957" cy="752770"/>
          </a:xfrm>
          <a:prstGeom prst="rect">
            <a:avLst/>
          </a:prstGeom>
        </p:spPr>
        <p:txBody>
          <a:bodyPr vert="horz" wrap="square" lIns="0" tIns="234950" rIns="0" bIns="0" rtlCol="0">
            <a:spAutoFit/>
          </a:bodyPr>
          <a:lstStyle/>
          <a:p>
            <a:pPr marL="12700">
              <a:lnSpc>
                <a:spcPct val="100000"/>
              </a:lnSpc>
              <a:spcBef>
                <a:spcPts val="125"/>
              </a:spcBef>
            </a:pPr>
            <a:r>
              <a:rPr lang="en-US" spc="35" dirty="0"/>
              <a:t>Work Flow</a:t>
            </a:r>
            <a:endParaRPr spc="35" dirty="0"/>
          </a:p>
        </p:txBody>
      </p:sp>
      <p:pic>
        <p:nvPicPr>
          <p:cNvPr id="8" name="Picture 7">
            <a:extLst>
              <a:ext uri="{FF2B5EF4-FFF2-40B4-BE49-F238E27FC236}">
                <a16:creationId xmlns:a16="http://schemas.microsoft.com/office/drawing/2014/main" id="{90975F4A-DEBF-FBF0-B098-D5F0A00EC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1089025"/>
            <a:ext cx="9440957" cy="4818987"/>
          </a:xfrm>
          <a:prstGeom prst="rect">
            <a:avLst/>
          </a:prstGeom>
        </p:spPr>
      </p:pic>
    </p:spTree>
    <p:extLst>
      <p:ext uri="{BB962C8B-B14F-4D97-AF65-F5344CB8AC3E}">
        <p14:creationId xmlns:p14="http://schemas.microsoft.com/office/powerpoint/2010/main" val="3952299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894" y="0"/>
            <a:ext cx="4286250" cy="6438645"/>
          </a:xfrm>
          <a:prstGeom prst="rect">
            <a:avLst/>
          </a:prstGeom>
        </p:spPr>
      </p:pic>
      <p:sp>
        <p:nvSpPr>
          <p:cNvPr id="3" name="object 3"/>
          <p:cNvSpPr txBox="1">
            <a:spLocks noGrp="1"/>
          </p:cNvSpPr>
          <p:nvPr>
            <p:ph type="title"/>
          </p:nvPr>
        </p:nvSpPr>
        <p:spPr>
          <a:xfrm>
            <a:off x="557311" y="1016000"/>
            <a:ext cx="9577289" cy="1037207"/>
          </a:xfrm>
          <a:prstGeom prst="rect">
            <a:avLst/>
          </a:prstGeom>
        </p:spPr>
        <p:txBody>
          <a:bodyPr vert="horz" wrap="square" lIns="0" tIns="6350" rIns="0" bIns="0" rtlCol="0">
            <a:spAutoFit/>
          </a:bodyPr>
          <a:lstStyle/>
          <a:p>
            <a:pPr marL="4297680" marR="5080" indent="635">
              <a:lnSpc>
                <a:spcPts val="4200"/>
              </a:lnSpc>
              <a:spcBef>
                <a:spcPts val="50"/>
              </a:spcBef>
            </a:pPr>
            <a:r>
              <a:rPr spc="60" dirty="0"/>
              <a:t>Making</a:t>
            </a:r>
            <a:r>
              <a:rPr spc="-30" dirty="0"/>
              <a:t> </a:t>
            </a:r>
            <a:r>
              <a:rPr dirty="0"/>
              <a:t>Legal</a:t>
            </a:r>
            <a:r>
              <a:rPr spc="-25" dirty="0"/>
              <a:t> </a:t>
            </a:r>
            <a:r>
              <a:rPr spc="-10" dirty="0"/>
              <a:t>Services </a:t>
            </a:r>
            <a:r>
              <a:rPr dirty="0"/>
              <a:t>Accessible</a:t>
            </a:r>
            <a:r>
              <a:rPr spc="105" dirty="0"/>
              <a:t> </a:t>
            </a:r>
            <a:r>
              <a:rPr dirty="0"/>
              <a:t>for</a:t>
            </a:r>
            <a:r>
              <a:rPr spc="120" dirty="0"/>
              <a:t> </a:t>
            </a:r>
            <a:r>
              <a:rPr spc="-10" dirty="0"/>
              <a:t>Everyone</a:t>
            </a:r>
          </a:p>
        </p:txBody>
      </p:sp>
      <p:sp>
        <p:nvSpPr>
          <p:cNvPr id="4" name="object 4"/>
          <p:cNvSpPr txBox="1"/>
          <p:nvPr/>
        </p:nvSpPr>
        <p:spPr>
          <a:xfrm>
            <a:off x="4850562" y="2345404"/>
            <a:ext cx="1877060" cy="1948180"/>
          </a:xfrm>
          <a:prstGeom prst="rect">
            <a:avLst/>
          </a:prstGeom>
        </p:spPr>
        <p:txBody>
          <a:bodyPr vert="horz" wrap="square" lIns="0" tIns="16510" rIns="0" bIns="0" rtlCol="0">
            <a:spAutoFit/>
          </a:bodyPr>
          <a:lstStyle/>
          <a:p>
            <a:pPr algn="ctr">
              <a:lnSpc>
                <a:spcPct val="100000"/>
              </a:lnSpc>
              <a:spcBef>
                <a:spcPts val="130"/>
              </a:spcBef>
            </a:pPr>
            <a:r>
              <a:rPr sz="4200" b="1" spc="-25" dirty="0">
                <a:solidFill>
                  <a:srgbClr val="3B3434"/>
                </a:solidFill>
                <a:latin typeface="Tahoma"/>
                <a:cs typeface="Tahoma"/>
              </a:rPr>
              <a:t>80%</a:t>
            </a:r>
            <a:endParaRPr sz="4200">
              <a:latin typeface="Tahoma"/>
              <a:cs typeface="Tahoma"/>
            </a:endParaRPr>
          </a:p>
          <a:p>
            <a:pPr algn="ctr">
              <a:lnSpc>
                <a:spcPct val="100000"/>
              </a:lnSpc>
              <a:spcBef>
                <a:spcPts val="1335"/>
              </a:spcBef>
            </a:pPr>
            <a:r>
              <a:rPr sz="1650" b="1" dirty="0">
                <a:solidFill>
                  <a:srgbClr val="3B3434"/>
                </a:solidFill>
                <a:latin typeface="Tahoma"/>
                <a:cs typeface="Tahoma"/>
              </a:rPr>
              <a:t>Cost</a:t>
            </a:r>
            <a:r>
              <a:rPr sz="1650" b="1" spc="85" dirty="0">
                <a:solidFill>
                  <a:srgbClr val="3B3434"/>
                </a:solidFill>
                <a:latin typeface="Tahoma"/>
                <a:cs typeface="Tahoma"/>
              </a:rPr>
              <a:t> </a:t>
            </a:r>
            <a:r>
              <a:rPr sz="1650" b="1" spc="-10" dirty="0">
                <a:solidFill>
                  <a:srgbClr val="3B3434"/>
                </a:solidFill>
                <a:latin typeface="Tahoma"/>
                <a:cs typeface="Tahoma"/>
              </a:rPr>
              <a:t>Reduction</a:t>
            </a:r>
            <a:endParaRPr sz="1650">
              <a:latin typeface="Tahoma"/>
              <a:cs typeface="Tahoma"/>
            </a:endParaRPr>
          </a:p>
          <a:p>
            <a:pPr marL="12700" marR="5080" algn="ctr">
              <a:lnSpc>
                <a:spcPct val="137500"/>
              </a:lnSpc>
              <a:spcBef>
                <a:spcPts val="560"/>
              </a:spcBef>
            </a:pPr>
            <a:r>
              <a:rPr sz="1250" dirty="0">
                <a:solidFill>
                  <a:srgbClr val="3B3434"/>
                </a:solidFill>
                <a:latin typeface="Verdana"/>
                <a:cs typeface="Verdana"/>
              </a:rPr>
              <a:t>Reduces</a:t>
            </a:r>
            <a:r>
              <a:rPr sz="1250" spc="-20" dirty="0">
                <a:solidFill>
                  <a:srgbClr val="3B3434"/>
                </a:solidFill>
                <a:latin typeface="Verdana"/>
                <a:cs typeface="Verdana"/>
              </a:rPr>
              <a:t> </a:t>
            </a:r>
            <a:r>
              <a:rPr sz="1250" dirty="0">
                <a:solidFill>
                  <a:srgbClr val="3B3434"/>
                </a:solidFill>
                <a:latin typeface="Verdana"/>
                <a:cs typeface="Verdana"/>
              </a:rPr>
              <a:t>the</a:t>
            </a:r>
            <a:r>
              <a:rPr sz="1250" spc="-20" dirty="0">
                <a:solidFill>
                  <a:srgbClr val="3B3434"/>
                </a:solidFill>
                <a:latin typeface="Verdana"/>
                <a:cs typeface="Verdana"/>
              </a:rPr>
              <a:t> </a:t>
            </a:r>
            <a:r>
              <a:rPr sz="1250" spc="65" dirty="0">
                <a:solidFill>
                  <a:srgbClr val="3B3434"/>
                </a:solidFill>
                <a:latin typeface="Verdana"/>
                <a:cs typeface="Verdana"/>
              </a:rPr>
              <a:t>cost</a:t>
            </a:r>
            <a:r>
              <a:rPr sz="1250" spc="-20" dirty="0">
                <a:solidFill>
                  <a:srgbClr val="3B3434"/>
                </a:solidFill>
                <a:latin typeface="Verdana"/>
                <a:cs typeface="Verdana"/>
              </a:rPr>
              <a:t> </a:t>
            </a:r>
            <a:r>
              <a:rPr sz="1250" spc="35" dirty="0">
                <a:solidFill>
                  <a:srgbClr val="3B3434"/>
                </a:solidFill>
                <a:latin typeface="Verdana"/>
                <a:cs typeface="Verdana"/>
              </a:rPr>
              <a:t>of </a:t>
            </a:r>
            <a:r>
              <a:rPr sz="1250" spc="50" dirty="0">
                <a:solidFill>
                  <a:srgbClr val="3B3434"/>
                </a:solidFill>
                <a:latin typeface="Verdana"/>
                <a:cs typeface="Verdana"/>
              </a:rPr>
              <a:t>basic</a:t>
            </a:r>
            <a:r>
              <a:rPr sz="1250" spc="-45" dirty="0">
                <a:solidFill>
                  <a:srgbClr val="3B3434"/>
                </a:solidFill>
                <a:latin typeface="Verdana"/>
                <a:cs typeface="Verdana"/>
              </a:rPr>
              <a:t> </a:t>
            </a:r>
            <a:r>
              <a:rPr sz="1250" dirty="0">
                <a:solidFill>
                  <a:srgbClr val="3B3434"/>
                </a:solidFill>
                <a:latin typeface="Verdana"/>
                <a:cs typeface="Verdana"/>
              </a:rPr>
              <a:t>legal</a:t>
            </a:r>
            <a:r>
              <a:rPr sz="1250" spc="-40" dirty="0">
                <a:solidFill>
                  <a:srgbClr val="3B3434"/>
                </a:solidFill>
                <a:latin typeface="Verdana"/>
                <a:cs typeface="Verdana"/>
              </a:rPr>
              <a:t> </a:t>
            </a:r>
            <a:r>
              <a:rPr sz="1250" dirty="0">
                <a:solidFill>
                  <a:srgbClr val="3B3434"/>
                </a:solidFill>
                <a:latin typeface="Verdana"/>
                <a:cs typeface="Verdana"/>
              </a:rPr>
              <a:t>services</a:t>
            </a:r>
            <a:r>
              <a:rPr sz="1250" spc="-40" dirty="0">
                <a:solidFill>
                  <a:srgbClr val="3B3434"/>
                </a:solidFill>
                <a:latin typeface="Verdana"/>
                <a:cs typeface="Verdana"/>
              </a:rPr>
              <a:t> </a:t>
            </a:r>
            <a:r>
              <a:rPr sz="1250" spc="-25" dirty="0">
                <a:solidFill>
                  <a:srgbClr val="3B3434"/>
                </a:solidFill>
                <a:latin typeface="Verdana"/>
                <a:cs typeface="Verdana"/>
              </a:rPr>
              <a:t>for </a:t>
            </a:r>
            <a:r>
              <a:rPr sz="1250" spc="-10" dirty="0">
                <a:solidFill>
                  <a:srgbClr val="3B3434"/>
                </a:solidFill>
                <a:latin typeface="Verdana"/>
                <a:cs typeface="Verdana"/>
              </a:rPr>
              <a:t>everyday</a:t>
            </a:r>
            <a:r>
              <a:rPr sz="1250" spc="-140" dirty="0">
                <a:solidFill>
                  <a:srgbClr val="3B3434"/>
                </a:solidFill>
                <a:latin typeface="Verdana"/>
                <a:cs typeface="Verdana"/>
              </a:rPr>
              <a:t> </a:t>
            </a:r>
            <a:r>
              <a:rPr sz="1250" spc="-20" dirty="0">
                <a:solidFill>
                  <a:srgbClr val="3B3434"/>
                </a:solidFill>
                <a:latin typeface="Verdana"/>
                <a:cs typeface="Verdana"/>
              </a:rPr>
              <a:t>users</a:t>
            </a:r>
            <a:endParaRPr sz="1250">
              <a:latin typeface="Verdana"/>
              <a:cs typeface="Verdana"/>
            </a:endParaRPr>
          </a:p>
        </p:txBody>
      </p:sp>
      <p:sp>
        <p:nvSpPr>
          <p:cNvPr id="5" name="object 5"/>
          <p:cNvSpPr txBox="1"/>
          <p:nvPr/>
        </p:nvSpPr>
        <p:spPr>
          <a:xfrm>
            <a:off x="6947393" y="2345404"/>
            <a:ext cx="1821180" cy="2214880"/>
          </a:xfrm>
          <a:prstGeom prst="rect">
            <a:avLst/>
          </a:prstGeom>
        </p:spPr>
        <p:txBody>
          <a:bodyPr vert="horz" wrap="square" lIns="0" tIns="16510" rIns="0" bIns="0" rtlCol="0">
            <a:spAutoFit/>
          </a:bodyPr>
          <a:lstStyle/>
          <a:p>
            <a:pPr algn="ctr">
              <a:lnSpc>
                <a:spcPct val="100000"/>
              </a:lnSpc>
              <a:spcBef>
                <a:spcPts val="130"/>
              </a:spcBef>
            </a:pPr>
            <a:r>
              <a:rPr sz="4200" b="1" spc="-285" dirty="0">
                <a:solidFill>
                  <a:srgbClr val="3B3434"/>
                </a:solidFill>
                <a:latin typeface="Tahoma"/>
                <a:cs typeface="Tahoma"/>
              </a:rPr>
              <a:t>10x</a:t>
            </a:r>
            <a:endParaRPr sz="4200">
              <a:latin typeface="Tahoma"/>
              <a:cs typeface="Tahoma"/>
            </a:endParaRPr>
          </a:p>
          <a:p>
            <a:pPr marL="325755" marR="318135" indent="-635" algn="ctr">
              <a:lnSpc>
                <a:spcPct val="109800"/>
              </a:lnSpc>
              <a:spcBef>
                <a:spcPts val="1140"/>
              </a:spcBef>
            </a:pPr>
            <a:r>
              <a:rPr sz="1650" b="1" spc="-10" dirty="0">
                <a:solidFill>
                  <a:srgbClr val="3B3434"/>
                </a:solidFill>
                <a:latin typeface="Tahoma"/>
                <a:cs typeface="Tahoma"/>
              </a:rPr>
              <a:t>Faster Resolution</a:t>
            </a:r>
            <a:endParaRPr sz="1650">
              <a:latin typeface="Tahoma"/>
              <a:cs typeface="Tahoma"/>
            </a:endParaRPr>
          </a:p>
          <a:p>
            <a:pPr marL="12700" marR="5080" algn="ctr">
              <a:lnSpc>
                <a:spcPct val="137500"/>
              </a:lnSpc>
              <a:spcBef>
                <a:spcPts val="484"/>
              </a:spcBef>
            </a:pPr>
            <a:r>
              <a:rPr sz="1250" dirty="0">
                <a:solidFill>
                  <a:srgbClr val="3B3434"/>
                </a:solidFill>
                <a:latin typeface="Verdana"/>
                <a:cs typeface="Verdana"/>
              </a:rPr>
              <a:t>Saves</a:t>
            </a:r>
            <a:r>
              <a:rPr sz="1250" spc="70" dirty="0">
                <a:solidFill>
                  <a:srgbClr val="3B3434"/>
                </a:solidFill>
                <a:latin typeface="Verdana"/>
                <a:cs typeface="Verdana"/>
              </a:rPr>
              <a:t> </a:t>
            </a:r>
            <a:r>
              <a:rPr sz="1250" dirty="0">
                <a:solidFill>
                  <a:srgbClr val="3B3434"/>
                </a:solidFill>
                <a:latin typeface="Verdana"/>
                <a:cs typeface="Verdana"/>
              </a:rPr>
              <a:t>significant</a:t>
            </a:r>
            <a:r>
              <a:rPr sz="1250" spc="70" dirty="0">
                <a:solidFill>
                  <a:srgbClr val="3B3434"/>
                </a:solidFill>
                <a:latin typeface="Verdana"/>
                <a:cs typeface="Verdana"/>
              </a:rPr>
              <a:t> </a:t>
            </a:r>
            <a:r>
              <a:rPr sz="1250" spc="-20" dirty="0">
                <a:solidFill>
                  <a:srgbClr val="3B3434"/>
                </a:solidFill>
                <a:latin typeface="Verdana"/>
                <a:cs typeface="Verdana"/>
              </a:rPr>
              <a:t>time </a:t>
            </a:r>
            <a:r>
              <a:rPr sz="1250" dirty="0">
                <a:solidFill>
                  <a:srgbClr val="3B3434"/>
                </a:solidFill>
                <a:latin typeface="Verdana"/>
                <a:cs typeface="Verdana"/>
              </a:rPr>
              <a:t>in</a:t>
            </a:r>
            <a:r>
              <a:rPr sz="1250" spc="-100" dirty="0">
                <a:solidFill>
                  <a:srgbClr val="3B3434"/>
                </a:solidFill>
                <a:latin typeface="Verdana"/>
                <a:cs typeface="Verdana"/>
              </a:rPr>
              <a:t> </a:t>
            </a:r>
            <a:r>
              <a:rPr sz="1250" spc="45" dirty="0">
                <a:solidFill>
                  <a:srgbClr val="3B3434"/>
                </a:solidFill>
                <a:latin typeface="Verdana"/>
                <a:cs typeface="Verdana"/>
              </a:rPr>
              <a:t>document</a:t>
            </a:r>
            <a:r>
              <a:rPr sz="1250" spc="-95" dirty="0">
                <a:solidFill>
                  <a:srgbClr val="3B3434"/>
                </a:solidFill>
                <a:latin typeface="Verdana"/>
                <a:cs typeface="Verdana"/>
              </a:rPr>
              <a:t> </a:t>
            </a:r>
            <a:r>
              <a:rPr sz="1250" spc="-10" dirty="0">
                <a:solidFill>
                  <a:srgbClr val="3B3434"/>
                </a:solidFill>
                <a:latin typeface="Verdana"/>
                <a:cs typeface="Verdana"/>
              </a:rPr>
              <a:t>drafting </a:t>
            </a:r>
            <a:r>
              <a:rPr sz="1250" dirty="0">
                <a:solidFill>
                  <a:srgbClr val="3B3434"/>
                </a:solidFill>
                <a:latin typeface="Verdana"/>
                <a:cs typeface="Verdana"/>
              </a:rPr>
              <a:t>and</a:t>
            </a:r>
            <a:r>
              <a:rPr sz="1250" spc="-55" dirty="0">
                <a:solidFill>
                  <a:srgbClr val="3B3434"/>
                </a:solidFill>
                <a:latin typeface="Verdana"/>
                <a:cs typeface="Verdana"/>
              </a:rPr>
              <a:t> </a:t>
            </a:r>
            <a:r>
              <a:rPr sz="1250" spc="-10" dirty="0">
                <a:solidFill>
                  <a:srgbClr val="3B3434"/>
                </a:solidFill>
                <a:latin typeface="Verdana"/>
                <a:cs typeface="Verdana"/>
              </a:rPr>
              <a:t>consultations</a:t>
            </a:r>
            <a:endParaRPr sz="1250">
              <a:latin typeface="Verdana"/>
              <a:cs typeface="Verdana"/>
            </a:endParaRPr>
          </a:p>
        </p:txBody>
      </p:sp>
      <p:sp>
        <p:nvSpPr>
          <p:cNvPr id="6" name="object 6"/>
          <p:cNvSpPr txBox="1"/>
          <p:nvPr/>
        </p:nvSpPr>
        <p:spPr>
          <a:xfrm>
            <a:off x="8996324" y="2345404"/>
            <a:ext cx="1861185" cy="1948180"/>
          </a:xfrm>
          <a:prstGeom prst="rect">
            <a:avLst/>
          </a:prstGeom>
        </p:spPr>
        <p:txBody>
          <a:bodyPr vert="horz" wrap="square" lIns="0" tIns="16510" rIns="0" bIns="0" rtlCol="0">
            <a:spAutoFit/>
          </a:bodyPr>
          <a:lstStyle/>
          <a:p>
            <a:pPr algn="ctr">
              <a:lnSpc>
                <a:spcPct val="100000"/>
              </a:lnSpc>
              <a:spcBef>
                <a:spcPts val="130"/>
              </a:spcBef>
            </a:pPr>
            <a:r>
              <a:rPr sz="4200" b="1" spc="-395" dirty="0">
                <a:solidFill>
                  <a:srgbClr val="3B3434"/>
                </a:solidFill>
                <a:latin typeface="Tahoma"/>
                <a:cs typeface="Tahoma"/>
              </a:rPr>
              <a:t>24/7</a:t>
            </a:r>
            <a:endParaRPr sz="4200">
              <a:latin typeface="Tahoma"/>
              <a:cs typeface="Tahoma"/>
            </a:endParaRPr>
          </a:p>
          <a:p>
            <a:pPr algn="ctr">
              <a:lnSpc>
                <a:spcPct val="100000"/>
              </a:lnSpc>
              <a:spcBef>
                <a:spcPts val="1335"/>
              </a:spcBef>
            </a:pPr>
            <a:r>
              <a:rPr sz="1650" b="1" dirty="0">
                <a:solidFill>
                  <a:srgbClr val="3B3434"/>
                </a:solidFill>
                <a:latin typeface="Tahoma"/>
                <a:cs typeface="Tahoma"/>
              </a:rPr>
              <a:t>Always</a:t>
            </a:r>
            <a:r>
              <a:rPr sz="1650" b="1" spc="160" dirty="0">
                <a:solidFill>
                  <a:srgbClr val="3B3434"/>
                </a:solidFill>
                <a:latin typeface="Tahoma"/>
                <a:cs typeface="Tahoma"/>
              </a:rPr>
              <a:t> </a:t>
            </a:r>
            <a:r>
              <a:rPr sz="1650" b="1" spc="-10" dirty="0">
                <a:solidFill>
                  <a:srgbClr val="3B3434"/>
                </a:solidFill>
                <a:latin typeface="Tahoma"/>
                <a:cs typeface="Tahoma"/>
              </a:rPr>
              <a:t>Available</a:t>
            </a:r>
            <a:endParaRPr sz="1650">
              <a:latin typeface="Tahoma"/>
              <a:cs typeface="Tahoma"/>
            </a:endParaRPr>
          </a:p>
          <a:p>
            <a:pPr marL="34290" marR="26670" indent="29845" algn="just">
              <a:lnSpc>
                <a:spcPct val="137500"/>
              </a:lnSpc>
              <a:spcBef>
                <a:spcPts val="560"/>
              </a:spcBef>
            </a:pPr>
            <a:r>
              <a:rPr sz="1250" dirty="0">
                <a:solidFill>
                  <a:srgbClr val="3B3434"/>
                </a:solidFill>
                <a:latin typeface="Verdana"/>
                <a:cs typeface="Verdana"/>
              </a:rPr>
              <a:t>Legal</a:t>
            </a:r>
            <a:r>
              <a:rPr sz="1250" spc="-35" dirty="0">
                <a:solidFill>
                  <a:srgbClr val="3B3434"/>
                </a:solidFill>
                <a:latin typeface="Verdana"/>
                <a:cs typeface="Verdana"/>
              </a:rPr>
              <a:t> </a:t>
            </a:r>
            <a:r>
              <a:rPr sz="1250" dirty="0">
                <a:solidFill>
                  <a:srgbClr val="3B3434"/>
                </a:solidFill>
                <a:latin typeface="Verdana"/>
                <a:cs typeface="Verdana"/>
              </a:rPr>
              <a:t>help</a:t>
            </a:r>
            <a:r>
              <a:rPr sz="1250" spc="-30" dirty="0">
                <a:solidFill>
                  <a:srgbClr val="3B3434"/>
                </a:solidFill>
                <a:latin typeface="Verdana"/>
                <a:cs typeface="Verdana"/>
              </a:rPr>
              <a:t> </a:t>
            </a:r>
            <a:r>
              <a:rPr sz="1250" spc="35" dirty="0">
                <a:solidFill>
                  <a:srgbClr val="3B3434"/>
                </a:solidFill>
                <a:latin typeface="Verdana"/>
                <a:cs typeface="Verdana"/>
              </a:rPr>
              <a:t>accessible </a:t>
            </a:r>
            <a:r>
              <a:rPr sz="1250" spc="-20" dirty="0">
                <a:solidFill>
                  <a:srgbClr val="3B3434"/>
                </a:solidFill>
                <a:latin typeface="Verdana"/>
                <a:cs typeface="Verdana"/>
              </a:rPr>
              <a:t>anytime,</a:t>
            </a:r>
            <a:r>
              <a:rPr sz="1250" spc="-70" dirty="0">
                <a:solidFill>
                  <a:srgbClr val="3B3434"/>
                </a:solidFill>
                <a:latin typeface="Verdana"/>
                <a:cs typeface="Verdana"/>
              </a:rPr>
              <a:t> </a:t>
            </a:r>
            <a:r>
              <a:rPr sz="1250" spc="-10" dirty="0">
                <a:solidFill>
                  <a:srgbClr val="3B3434"/>
                </a:solidFill>
                <a:latin typeface="Verdana"/>
                <a:cs typeface="Verdana"/>
              </a:rPr>
              <a:t>anywhere</a:t>
            </a:r>
            <a:r>
              <a:rPr sz="1250" spc="-65" dirty="0">
                <a:solidFill>
                  <a:srgbClr val="3B3434"/>
                </a:solidFill>
                <a:latin typeface="Verdana"/>
                <a:cs typeface="Verdana"/>
              </a:rPr>
              <a:t> </a:t>
            </a:r>
            <a:r>
              <a:rPr sz="1250" spc="-25" dirty="0">
                <a:solidFill>
                  <a:srgbClr val="3B3434"/>
                </a:solidFill>
                <a:latin typeface="Verdana"/>
                <a:cs typeface="Verdana"/>
              </a:rPr>
              <a:t>for </a:t>
            </a:r>
            <a:r>
              <a:rPr sz="1250" dirty="0">
                <a:solidFill>
                  <a:srgbClr val="3B3434"/>
                </a:solidFill>
                <a:latin typeface="Verdana"/>
                <a:cs typeface="Verdana"/>
              </a:rPr>
              <a:t>urban</a:t>
            </a:r>
            <a:r>
              <a:rPr sz="1250" spc="-85" dirty="0">
                <a:solidFill>
                  <a:srgbClr val="3B3434"/>
                </a:solidFill>
                <a:latin typeface="Verdana"/>
                <a:cs typeface="Verdana"/>
              </a:rPr>
              <a:t> </a:t>
            </a:r>
            <a:r>
              <a:rPr sz="1250" dirty="0">
                <a:solidFill>
                  <a:srgbClr val="3B3434"/>
                </a:solidFill>
                <a:latin typeface="Verdana"/>
                <a:cs typeface="Verdana"/>
              </a:rPr>
              <a:t>and</a:t>
            </a:r>
            <a:r>
              <a:rPr sz="1250" spc="-85" dirty="0">
                <a:solidFill>
                  <a:srgbClr val="3B3434"/>
                </a:solidFill>
                <a:latin typeface="Verdana"/>
                <a:cs typeface="Verdana"/>
              </a:rPr>
              <a:t> </a:t>
            </a:r>
            <a:r>
              <a:rPr sz="1250" spc="-20" dirty="0">
                <a:solidFill>
                  <a:srgbClr val="3B3434"/>
                </a:solidFill>
                <a:latin typeface="Verdana"/>
                <a:cs typeface="Verdana"/>
              </a:rPr>
              <a:t>rural</a:t>
            </a:r>
            <a:r>
              <a:rPr sz="1250" spc="-85" dirty="0">
                <a:solidFill>
                  <a:srgbClr val="3B3434"/>
                </a:solidFill>
                <a:latin typeface="Verdana"/>
                <a:cs typeface="Verdana"/>
              </a:rPr>
              <a:t> </a:t>
            </a:r>
            <a:r>
              <a:rPr sz="1250" spc="-20" dirty="0">
                <a:solidFill>
                  <a:srgbClr val="3B3434"/>
                </a:solidFill>
                <a:latin typeface="Verdana"/>
                <a:cs typeface="Verdana"/>
              </a:rPr>
              <a:t>users</a:t>
            </a:r>
            <a:endParaRPr sz="1250">
              <a:latin typeface="Verdana"/>
              <a:cs typeface="Verdana"/>
            </a:endParaRPr>
          </a:p>
        </p:txBody>
      </p:sp>
      <p:sp>
        <p:nvSpPr>
          <p:cNvPr id="7" name="object 7"/>
          <p:cNvSpPr txBox="1"/>
          <p:nvPr/>
        </p:nvSpPr>
        <p:spPr>
          <a:xfrm>
            <a:off x="5087784" y="4958397"/>
            <a:ext cx="4475480" cy="220979"/>
          </a:xfrm>
          <a:prstGeom prst="rect">
            <a:avLst/>
          </a:prstGeom>
        </p:spPr>
        <p:txBody>
          <a:bodyPr vert="horz" wrap="square" lIns="0" tIns="16510" rIns="0" bIns="0" rtlCol="0">
            <a:spAutoFit/>
          </a:bodyPr>
          <a:lstStyle/>
          <a:p>
            <a:pPr marL="12700">
              <a:lnSpc>
                <a:spcPct val="100000"/>
              </a:lnSpc>
              <a:spcBef>
                <a:spcPts val="130"/>
              </a:spcBef>
            </a:pPr>
            <a:r>
              <a:rPr sz="1250" spc="10" dirty="0">
                <a:solidFill>
                  <a:srgbClr val="3B3434"/>
                </a:solidFill>
                <a:latin typeface="Verdana"/>
                <a:cs typeface="Verdana"/>
              </a:rPr>
              <a:t>"Justice</a:t>
            </a:r>
            <a:r>
              <a:rPr sz="1250" spc="-60" dirty="0">
                <a:solidFill>
                  <a:srgbClr val="3B3434"/>
                </a:solidFill>
                <a:latin typeface="Verdana"/>
                <a:cs typeface="Verdana"/>
              </a:rPr>
              <a:t> </a:t>
            </a:r>
            <a:r>
              <a:rPr sz="1250" spc="10" dirty="0">
                <a:solidFill>
                  <a:srgbClr val="3B3434"/>
                </a:solidFill>
                <a:latin typeface="Verdana"/>
                <a:cs typeface="Verdana"/>
              </a:rPr>
              <a:t>should</a:t>
            </a:r>
            <a:r>
              <a:rPr sz="1250" spc="-55" dirty="0">
                <a:solidFill>
                  <a:srgbClr val="3B3434"/>
                </a:solidFill>
                <a:latin typeface="Verdana"/>
                <a:cs typeface="Verdana"/>
              </a:rPr>
              <a:t> </a:t>
            </a:r>
            <a:r>
              <a:rPr sz="1250" spc="60" dirty="0">
                <a:solidFill>
                  <a:srgbClr val="3B3434"/>
                </a:solidFill>
                <a:latin typeface="Verdana"/>
                <a:cs typeface="Verdana"/>
              </a:rPr>
              <a:t>be</a:t>
            </a:r>
            <a:r>
              <a:rPr sz="1250" spc="-55" dirty="0">
                <a:solidFill>
                  <a:srgbClr val="3B3434"/>
                </a:solidFill>
                <a:latin typeface="Verdana"/>
                <a:cs typeface="Verdana"/>
              </a:rPr>
              <a:t> </a:t>
            </a:r>
            <a:r>
              <a:rPr sz="1250" dirty="0">
                <a:solidFill>
                  <a:srgbClr val="3B3434"/>
                </a:solidFill>
                <a:latin typeface="Verdana"/>
                <a:cs typeface="Verdana"/>
              </a:rPr>
              <a:t>simple,</a:t>
            </a:r>
            <a:r>
              <a:rPr sz="1250" spc="-55" dirty="0">
                <a:solidFill>
                  <a:srgbClr val="3B3434"/>
                </a:solidFill>
                <a:latin typeface="Verdana"/>
                <a:cs typeface="Verdana"/>
              </a:rPr>
              <a:t> </a:t>
            </a:r>
            <a:r>
              <a:rPr sz="1250" spc="10" dirty="0">
                <a:solidFill>
                  <a:srgbClr val="3B3434"/>
                </a:solidFill>
                <a:latin typeface="Verdana"/>
                <a:cs typeface="Verdana"/>
              </a:rPr>
              <a:t>quick,</a:t>
            </a:r>
            <a:r>
              <a:rPr sz="1250" spc="-60" dirty="0">
                <a:solidFill>
                  <a:srgbClr val="3B3434"/>
                </a:solidFill>
                <a:latin typeface="Verdana"/>
                <a:cs typeface="Verdana"/>
              </a:rPr>
              <a:t> </a:t>
            </a:r>
            <a:r>
              <a:rPr sz="1250" spc="10" dirty="0">
                <a:solidFill>
                  <a:srgbClr val="3B3434"/>
                </a:solidFill>
                <a:latin typeface="Verdana"/>
                <a:cs typeface="Verdana"/>
              </a:rPr>
              <a:t>and</a:t>
            </a:r>
            <a:r>
              <a:rPr sz="1250" spc="-55" dirty="0">
                <a:solidFill>
                  <a:srgbClr val="3B3434"/>
                </a:solidFill>
                <a:latin typeface="Verdana"/>
                <a:cs typeface="Verdana"/>
              </a:rPr>
              <a:t> </a:t>
            </a:r>
            <a:r>
              <a:rPr sz="1250" spc="35" dirty="0">
                <a:solidFill>
                  <a:srgbClr val="3B3434"/>
                </a:solidFill>
                <a:latin typeface="Verdana"/>
                <a:cs typeface="Verdana"/>
              </a:rPr>
              <a:t>accessible</a:t>
            </a:r>
            <a:r>
              <a:rPr sz="1250" spc="-55" dirty="0">
                <a:solidFill>
                  <a:srgbClr val="3B3434"/>
                </a:solidFill>
                <a:latin typeface="Verdana"/>
                <a:cs typeface="Verdana"/>
              </a:rPr>
              <a:t> </a:t>
            </a:r>
            <a:r>
              <a:rPr sz="1250" spc="65" dirty="0">
                <a:solidFill>
                  <a:srgbClr val="3B3434"/>
                </a:solidFill>
                <a:latin typeface="Verdana"/>
                <a:cs typeface="Verdana"/>
              </a:rPr>
              <a:t>to</a:t>
            </a:r>
            <a:r>
              <a:rPr sz="1250" spc="-55" dirty="0">
                <a:solidFill>
                  <a:srgbClr val="3B3434"/>
                </a:solidFill>
                <a:latin typeface="Verdana"/>
                <a:cs typeface="Verdana"/>
              </a:rPr>
              <a:t> </a:t>
            </a:r>
            <a:r>
              <a:rPr sz="1250" spc="-10" dirty="0">
                <a:solidFill>
                  <a:srgbClr val="3B3434"/>
                </a:solidFill>
                <a:latin typeface="Verdana"/>
                <a:cs typeface="Verdana"/>
              </a:rPr>
              <a:t>all."</a:t>
            </a:r>
            <a:endParaRPr sz="1250">
              <a:latin typeface="Verdana"/>
              <a:cs typeface="Verdana"/>
            </a:endParaRPr>
          </a:p>
        </p:txBody>
      </p:sp>
      <p:sp>
        <p:nvSpPr>
          <p:cNvPr id="8" name="object 8"/>
          <p:cNvSpPr/>
          <p:nvPr/>
        </p:nvSpPr>
        <p:spPr>
          <a:xfrm>
            <a:off x="4857750" y="4772026"/>
            <a:ext cx="19050" cy="628650"/>
          </a:xfrm>
          <a:custGeom>
            <a:avLst/>
            <a:gdLst/>
            <a:ahLst/>
            <a:cxnLst/>
            <a:rect l="l" t="t" r="r" b="b"/>
            <a:pathLst>
              <a:path w="19050" h="628650">
                <a:moveTo>
                  <a:pt x="19050" y="0"/>
                </a:moveTo>
                <a:lnTo>
                  <a:pt x="0" y="0"/>
                </a:lnTo>
                <a:lnTo>
                  <a:pt x="0" y="628650"/>
                </a:lnTo>
                <a:lnTo>
                  <a:pt x="19050" y="628650"/>
                </a:lnTo>
                <a:lnTo>
                  <a:pt x="19050" y="0"/>
                </a:lnTo>
                <a:close/>
              </a:path>
            </a:pathLst>
          </a:custGeom>
          <a:solidFill>
            <a:srgbClr val="1A2D7A"/>
          </a:solidFill>
        </p:spPr>
        <p:txBody>
          <a:bodyPr wrap="square" lIns="0" tIns="0" rIns="0" bIns="0" rtlCol="0"/>
          <a:lstStyle/>
          <a:p>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44475" rIns="0" bIns="0" rtlCol="0">
            <a:spAutoFit/>
          </a:bodyPr>
          <a:lstStyle/>
          <a:p>
            <a:pPr marL="12700">
              <a:lnSpc>
                <a:spcPct val="100000"/>
              </a:lnSpc>
              <a:spcBef>
                <a:spcPts val="125"/>
              </a:spcBef>
            </a:pPr>
            <a:r>
              <a:rPr dirty="0"/>
              <a:t>What's</a:t>
            </a:r>
            <a:r>
              <a:rPr spc="-15" dirty="0"/>
              <a:t> </a:t>
            </a:r>
            <a:r>
              <a:rPr dirty="0"/>
              <a:t>Next</a:t>
            </a:r>
            <a:r>
              <a:rPr spc="-10" dirty="0"/>
              <a:t> </a:t>
            </a:r>
            <a:r>
              <a:rPr dirty="0"/>
              <a:t>for</a:t>
            </a:r>
            <a:r>
              <a:rPr spc="-10" dirty="0"/>
              <a:t> </a:t>
            </a:r>
            <a:r>
              <a:rPr spc="-25" dirty="0"/>
              <a:t>Nyaya.ai</a:t>
            </a:r>
          </a:p>
        </p:txBody>
      </p:sp>
      <p:grpSp>
        <p:nvGrpSpPr>
          <p:cNvPr id="3" name="object 3"/>
          <p:cNvGrpSpPr/>
          <p:nvPr/>
        </p:nvGrpSpPr>
        <p:grpSpPr>
          <a:xfrm>
            <a:off x="566410" y="2128510"/>
            <a:ext cx="10298430" cy="662305"/>
            <a:chOff x="566410" y="2128510"/>
            <a:chExt cx="10298430" cy="662305"/>
          </a:xfrm>
        </p:grpSpPr>
        <p:sp>
          <p:nvSpPr>
            <p:cNvPr id="4" name="object 4"/>
            <p:cNvSpPr/>
            <p:nvPr/>
          </p:nvSpPr>
          <p:spPr>
            <a:xfrm>
              <a:off x="571500" y="2133599"/>
              <a:ext cx="3430270" cy="651510"/>
            </a:xfrm>
            <a:custGeom>
              <a:avLst/>
              <a:gdLst/>
              <a:ahLst/>
              <a:cxnLst/>
              <a:rect l="l" t="t" r="r" b="b"/>
              <a:pathLst>
                <a:path w="3430270" h="651510">
                  <a:moveTo>
                    <a:pt x="3267011" y="0"/>
                  </a:moveTo>
                  <a:lnTo>
                    <a:pt x="0" y="0"/>
                  </a:lnTo>
                  <a:lnTo>
                    <a:pt x="162877" y="325755"/>
                  </a:lnTo>
                  <a:lnTo>
                    <a:pt x="0" y="651510"/>
                  </a:lnTo>
                  <a:lnTo>
                    <a:pt x="3267011" y="651510"/>
                  </a:lnTo>
                  <a:lnTo>
                    <a:pt x="3429889" y="325755"/>
                  </a:lnTo>
                  <a:lnTo>
                    <a:pt x="3267011" y="0"/>
                  </a:lnTo>
                  <a:close/>
                </a:path>
              </a:pathLst>
            </a:custGeom>
            <a:solidFill>
              <a:srgbClr val="D5DCF6"/>
            </a:solidFill>
          </p:spPr>
          <p:txBody>
            <a:bodyPr wrap="square" lIns="0" tIns="0" rIns="0" bIns="0" rtlCol="0"/>
            <a:lstStyle/>
            <a:p>
              <a:endParaRPr/>
            </a:p>
          </p:txBody>
        </p:sp>
        <p:sp>
          <p:nvSpPr>
            <p:cNvPr id="5" name="object 5"/>
            <p:cNvSpPr/>
            <p:nvPr/>
          </p:nvSpPr>
          <p:spPr>
            <a:xfrm>
              <a:off x="571500" y="2133599"/>
              <a:ext cx="3430270" cy="651510"/>
            </a:xfrm>
            <a:custGeom>
              <a:avLst/>
              <a:gdLst/>
              <a:ahLst/>
              <a:cxnLst/>
              <a:rect l="l" t="t" r="r" b="b"/>
              <a:pathLst>
                <a:path w="3430270" h="651510">
                  <a:moveTo>
                    <a:pt x="3267011" y="0"/>
                  </a:moveTo>
                  <a:lnTo>
                    <a:pt x="3429889" y="325755"/>
                  </a:lnTo>
                  <a:lnTo>
                    <a:pt x="3267011" y="651510"/>
                  </a:lnTo>
                  <a:lnTo>
                    <a:pt x="0" y="651510"/>
                  </a:lnTo>
                  <a:lnTo>
                    <a:pt x="162877" y="325755"/>
                  </a:lnTo>
                  <a:lnTo>
                    <a:pt x="0" y="0"/>
                  </a:lnTo>
                  <a:lnTo>
                    <a:pt x="3267011" y="0"/>
                  </a:lnTo>
                  <a:close/>
                </a:path>
              </a:pathLst>
            </a:custGeom>
            <a:ln w="10179">
              <a:solidFill>
                <a:srgbClr val="BAC2DC"/>
              </a:solidFill>
            </a:ln>
          </p:spPr>
          <p:txBody>
            <a:bodyPr wrap="square" lIns="0" tIns="0" rIns="0" bIns="0" rtlCol="0"/>
            <a:lstStyle/>
            <a:p>
              <a:endParaRPr/>
            </a:p>
          </p:txBody>
        </p:sp>
        <p:pic>
          <p:nvPicPr>
            <p:cNvPr id="6" name="object 6"/>
            <p:cNvPicPr/>
            <p:nvPr/>
          </p:nvPicPr>
          <p:blipFill>
            <a:blip r:embed="rId2" cstate="print"/>
            <a:stretch>
              <a:fillRect/>
            </a:stretch>
          </p:blipFill>
          <p:spPr>
            <a:xfrm>
              <a:off x="2161374" y="2370335"/>
              <a:ext cx="245021" cy="171722"/>
            </a:xfrm>
            <a:prstGeom prst="rect">
              <a:avLst/>
            </a:prstGeom>
          </p:spPr>
        </p:pic>
        <p:sp>
          <p:nvSpPr>
            <p:cNvPr id="7" name="object 7"/>
            <p:cNvSpPr/>
            <p:nvPr/>
          </p:nvSpPr>
          <p:spPr>
            <a:xfrm>
              <a:off x="4000500" y="2133599"/>
              <a:ext cx="3430270" cy="651510"/>
            </a:xfrm>
            <a:custGeom>
              <a:avLst/>
              <a:gdLst/>
              <a:ahLst/>
              <a:cxnLst/>
              <a:rect l="l" t="t" r="r" b="b"/>
              <a:pathLst>
                <a:path w="3430270" h="651510">
                  <a:moveTo>
                    <a:pt x="3267163" y="0"/>
                  </a:moveTo>
                  <a:lnTo>
                    <a:pt x="0" y="0"/>
                  </a:lnTo>
                  <a:lnTo>
                    <a:pt x="162877" y="325755"/>
                  </a:lnTo>
                  <a:lnTo>
                    <a:pt x="0" y="651510"/>
                  </a:lnTo>
                  <a:lnTo>
                    <a:pt x="3267163" y="651510"/>
                  </a:lnTo>
                  <a:lnTo>
                    <a:pt x="3430041" y="325755"/>
                  </a:lnTo>
                  <a:lnTo>
                    <a:pt x="3267163" y="0"/>
                  </a:lnTo>
                  <a:close/>
                </a:path>
              </a:pathLst>
            </a:custGeom>
            <a:solidFill>
              <a:srgbClr val="D5DCF6"/>
            </a:solidFill>
          </p:spPr>
          <p:txBody>
            <a:bodyPr wrap="square" lIns="0" tIns="0" rIns="0" bIns="0" rtlCol="0"/>
            <a:lstStyle/>
            <a:p>
              <a:endParaRPr/>
            </a:p>
          </p:txBody>
        </p:sp>
        <p:sp>
          <p:nvSpPr>
            <p:cNvPr id="8" name="object 8"/>
            <p:cNvSpPr/>
            <p:nvPr/>
          </p:nvSpPr>
          <p:spPr>
            <a:xfrm>
              <a:off x="4000500" y="2133599"/>
              <a:ext cx="3430270" cy="651510"/>
            </a:xfrm>
            <a:custGeom>
              <a:avLst/>
              <a:gdLst/>
              <a:ahLst/>
              <a:cxnLst/>
              <a:rect l="l" t="t" r="r" b="b"/>
              <a:pathLst>
                <a:path w="3430270" h="651510">
                  <a:moveTo>
                    <a:pt x="3267163" y="0"/>
                  </a:moveTo>
                  <a:lnTo>
                    <a:pt x="3430041" y="325755"/>
                  </a:lnTo>
                  <a:lnTo>
                    <a:pt x="3267163" y="651510"/>
                  </a:lnTo>
                  <a:lnTo>
                    <a:pt x="0" y="651510"/>
                  </a:lnTo>
                  <a:lnTo>
                    <a:pt x="162877" y="325755"/>
                  </a:lnTo>
                  <a:lnTo>
                    <a:pt x="0" y="0"/>
                  </a:lnTo>
                  <a:lnTo>
                    <a:pt x="3267163" y="0"/>
                  </a:lnTo>
                  <a:close/>
                </a:path>
              </a:pathLst>
            </a:custGeom>
            <a:ln w="10179">
              <a:solidFill>
                <a:srgbClr val="BAC2DC"/>
              </a:solidFill>
            </a:ln>
          </p:spPr>
          <p:txBody>
            <a:bodyPr wrap="square" lIns="0" tIns="0" rIns="0" bIns="0" rtlCol="0"/>
            <a:lstStyle/>
            <a:p>
              <a:endParaRPr/>
            </a:p>
          </p:txBody>
        </p:sp>
        <p:pic>
          <p:nvPicPr>
            <p:cNvPr id="9" name="object 9"/>
            <p:cNvPicPr/>
            <p:nvPr/>
          </p:nvPicPr>
          <p:blipFill>
            <a:blip r:embed="rId3" cstate="print"/>
            <a:stretch>
              <a:fillRect/>
            </a:stretch>
          </p:blipFill>
          <p:spPr>
            <a:xfrm>
              <a:off x="5600674" y="2347188"/>
              <a:ext cx="225163" cy="217690"/>
            </a:xfrm>
            <a:prstGeom prst="rect">
              <a:avLst/>
            </a:prstGeom>
          </p:spPr>
        </p:pic>
        <p:sp>
          <p:nvSpPr>
            <p:cNvPr id="10" name="object 10"/>
            <p:cNvSpPr/>
            <p:nvPr/>
          </p:nvSpPr>
          <p:spPr>
            <a:xfrm>
              <a:off x="7429500" y="2133599"/>
              <a:ext cx="3430270" cy="651510"/>
            </a:xfrm>
            <a:custGeom>
              <a:avLst/>
              <a:gdLst/>
              <a:ahLst/>
              <a:cxnLst/>
              <a:rect l="l" t="t" r="r" b="b"/>
              <a:pathLst>
                <a:path w="3430270" h="651510">
                  <a:moveTo>
                    <a:pt x="3267011" y="0"/>
                  </a:moveTo>
                  <a:lnTo>
                    <a:pt x="0" y="0"/>
                  </a:lnTo>
                  <a:lnTo>
                    <a:pt x="162877" y="325755"/>
                  </a:lnTo>
                  <a:lnTo>
                    <a:pt x="0" y="651510"/>
                  </a:lnTo>
                  <a:lnTo>
                    <a:pt x="3267011" y="651510"/>
                  </a:lnTo>
                  <a:lnTo>
                    <a:pt x="3429889" y="325755"/>
                  </a:lnTo>
                  <a:lnTo>
                    <a:pt x="3267011" y="0"/>
                  </a:lnTo>
                  <a:close/>
                </a:path>
              </a:pathLst>
            </a:custGeom>
            <a:solidFill>
              <a:srgbClr val="D5DCF6"/>
            </a:solidFill>
          </p:spPr>
          <p:txBody>
            <a:bodyPr wrap="square" lIns="0" tIns="0" rIns="0" bIns="0" rtlCol="0"/>
            <a:lstStyle/>
            <a:p>
              <a:endParaRPr/>
            </a:p>
          </p:txBody>
        </p:sp>
        <p:sp>
          <p:nvSpPr>
            <p:cNvPr id="11" name="object 11"/>
            <p:cNvSpPr/>
            <p:nvPr/>
          </p:nvSpPr>
          <p:spPr>
            <a:xfrm>
              <a:off x="7429500" y="2133599"/>
              <a:ext cx="3430270" cy="651510"/>
            </a:xfrm>
            <a:custGeom>
              <a:avLst/>
              <a:gdLst/>
              <a:ahLst/>
              <a:cxnLst/>
              <a:rect l="l" t="t" r="r" b="b"/>
              <a:pathLst>
                <a:path w="3430270" h="651510">
                  <a:moveTo>
                    <a:pt x="3267011" y="0"/>
                  </a:moveTo>
                  <a:lnTo>
                    <a:pt x="3429889" y="325755"/>
                  </a:lnTo>
                  <a:lnTo>
                    <a:pt x="3267011" y="651510"/>
                  </a:lnTo>
                  <a:lnTo>
                    <a:pt x="0" y="651510"/>
                  </a:lnTo>
                  <a:lnTo>
                    <a:pt x="162877" y="325755"/>
                  </a:lnTo>
                  <a:lnTo>
                    <a:pt x="0" y="0"/>
                  </a:lnTo>
                  <a:lnTo>
                    <a:pt x="3267011" y="0"/>
                  </a:lnTo>
                  <a:close/>
                </a:path>
              </a:pathLst>
            </a:custGeom>
            <a:ln w="10179">
              <a:solidFill>
                <a:srgbClr val="BAC2DC"/>
              </a:solidFill>
            </a:ln>
          </p:spPr>
          <p:txBody>
            <a:bodyPr wrap="square" lIns="0" tIns="0" rIns="0" bIns="0" rtlCol="0"/>
            <a:lstStyle/>
            <a:p>
              <a:endParaRPr/>
            </a:p>
          </p:txBody>
        </p:sp>
        <p:pic>
          <p:nvPicPr>
            <p:cNvPr id="12" name="object 12"/>
            <p:cNvPicPr/>
            <p:nvPr/>
          </p:nvPicPr>
          <p:blipFill>
            <a:blip r:embed="rId4" cstate="print"/>
            <a:stretch>
              <a:fillRect/>
            </a:stretch>
          </p:blipFill>
          <p:spPr>
            <a:xfrm>
              <a:off x="9065971" y="2333624"/>
              <a:ext cx="152641" cy="244233"/>
            </a:xfrm>
            <a:prstGeom prst="rect">
              <a:avLst/>
            </a:prstGeom>
          </p:spPr>
        </p:pic>
      </p:grpSp>
      <p:sp>
        <p:nvSpPr>
          <p:cNvPr id="13" name="object 13"/>
          <p:cNvSpPr txBox="1"/>
          <p:nvPr/>
        </p:nvSpPr>
        <p:spPr>
          <a:xfrm>
            <a:off x="720129" y="2925762"/>
            <a:ext cx="2908300" cy="872490"/>
          </a:xfrm>
          <a:prstGeom prst="rect">
            <a:avLst/>
          </a:prstGeom>
        </p:spPr>
        <p:txBody>
          <a:bodyPr vert="horz" wrap="square" lIns="0" tIns="17145" rIns="0" bIns="0" rtlCol="0">
            <a:spAutoFit/>
          </a:bodyPr>
          <a:lstStyle/>
          <a:p>
            <a:pPr marL="12700">
              <a:lnSpc>
                <a:spcPct val="100000"/>
              </a:lnSpc>
              <a:spcBef>
                <a:spcPts val="135"/>
              </a:spcBef>
            </a:pPr>
            <a:r>
              <a:rPr sz="1650" b="1" dirty="0">
                <a:solidFill>
                  <a:srgbClr val="3B3434"/>
                </a:solidFill>
                <a:latin typeface="Tahoma"/>
                <a:cs typeface="Tahoma"/>
              </a:rPr>
              <a:t>Case</a:t>
            </a:r>
            <a:r>
              <a:rPr sz="1650" b="1" spc="30" dirty="0">
                <a:solidFill>
                  <a:srgbClr val="3B3434"/>
                </a:solidFill>
                <a:latin typeface="Tahoma"/>
                <a:cs typeface="Tahoma"/>
              </a:rPr>
              <a:t> </a:t>
            </a:r>
            <a:r>
              <a:rPr sz="1650" b="1" spc="50" dirty="0">
                <a:solidFill>
                  <a:srgbClr val="3B3434"/>
                </a:solidFill>
                <a:latin typeface="Tahoma"/>
                <a:cs typeface="Tahoma"/>
              </a:rPr>
              <a:t>Management</a:t>
            </a:r>
            <a:r>
              <a:rPr sz="1650" b="1" spc="30" dirty="0">
                <a:solidFill>
                  <a:srgbClr val="3B3434"/>
                </a:solidFill>
                <a:latin typeface="Tahoma"/>
                <a:cs typeface="Tahoma"/>
              </a:rPr>
              <a:t> </a:t>
            </a:r>
            <a:r>
              <a:rPr sz="1650" b="1" spc="-10" dirty="0">
                <a:solidFill>
                  <a:srgbClr val="3B3434"/>
                </a:solidFill>
                <a:latin typeface="Tahoma"/>
                <a:cs typeface="Tahoma"/>
              </a:rPr>
              <a:t>System</a:t>
            </a:r>
            <a:endParaRPr sz="1650">
              <a:latin typeface="Tahoma"/>
              <a:cs typeface="Tahoma"/>
            </a:endParaRPr>
          </a:p>
          <a:p>
            <a:pPr marL="12700" marR="596900">
              <a:lnSpc>
                <a:spcPct val="135000"/>
              </a:lnSpc>
              <a:spcBef>
                <a:spcPts val="595"/>
              </a:spcBef>
            </a:pPr>
            <a:r>
              <a:rPr sz="1250" spc="50" dirty="0">
                <a:solidFill>
                  <a:srgbClr val="3B3434"/>
                </a:solidFill>
                <a:latin typeface="Verdana"/>
                <a:cs typeface="Verdana"/>
              </a:rPr>
              <a:t>Complete</a:t>
            </a:r>
            <a:r>
              <a:rPr sz="1250" spc="-20" dirty="0">
                <a:solidFill>
                  <a:srgbClr val="3B3434"/>
                </a:solidFill>
                <a:latin typeface="Verdana"/>
                <a:cs typeface="Verdana"/>
              </a:rPr>
              <a:t> </a:t>
            </a:r>
            <a:r>
              <a:rPr sz="1250" dirty="0">
                <a:solidFill>
                  <a:srgbClr val="3B3434"/>
                </a:solidFill>
                <a:latin typeface="Verdana"/>
                <a:cs typeface="Verdana"/>
              </a:rPr>
              <a:t>case</a:t>
            </a:r>
            <a:r>
              <a:rPr sz="1250" spc="-20" dirty="0">
                <a:solidFill>
                  <a:srgbClr val="3B3434"/>
                </a:solidFill>
                <a:latin typeface="Verdana"/>
                <a:cs typeface="Verdana"/>
              </a:rPr>
              <a:t> </a:t>
            </a:r>
            <a:r>
              <a:rPr sz="1250" dirty="0">
                <a:solidFill>
                  <a:srgbClr val="3B3434"/>
                </a:solidFill>
                <a:latin typeface="Verdana"/>
                <a:cs typeface="Verdana"/>
              </a:rPr>
              <a:t>tracking</a:t>
            </a:r>
            <a:r>
              <a:rPr sz="1250" spc="-20" dirty="0">
                <a:solidFill>
                  <a:srgbClr val="3B3434"/>
                </a:solidFill>
                <a:latin typeface="Verdana"/>
                <a:cs typeface="Verdana"/>
              </a:rPr>
              <a:t> </a:t>
            </a:r>
            <a:r>
              <a:rPr sz="1250" spc="-25" dirty="0">
                <a:solidFill>
                  <a:srgbClr val="3B3434"/>
                </a:solidFill>
                <a:latin typeface="Verdana"/>
                <a:cs typeface="Verdana"/>
              </a:rPr>
              <a:t>and </a:t>
            </a:r>
            <a:r>
              <a:rPr sz="1250" spc="10" dirty="0">
                <a:solidFill>
                  <a:srgbClr val="3B3434"/>
                </a:solidFill>
                <a:latin typeface="Verdana"/>
                <a:cs typeface="Verdana"/>
              </a:rPr>
              <a:t>organisation</a:t>
            </a:r>
            <a:r>
              <a:rPr sz="1250" spc="85" dirty="0">
                <a:solidFill>
                  <a:srgbClr val="3B3434"/>
                </a:solidFill>
                <a:latin typeface="Verdana"/>
                <a:cs typeface="Verdana"/>
              </a:rPr>
              <a:t> </a:t>
            </a:r>
            <a:r>
              <a:rPr sz="1250" spc="-20" dirty="0">
                <a:solidFill>
                  <a:srgbClr val="3B3434"/>
                </a:solidFill>
                <a:latin typeface="Verdana"/>
                <a:cs typeface="Verdana"/>
              </a:rPr>
              <a:t>tools</a:t>
            </a:r>
            <a:endParaRPr sz="1250">
              <a:latin typeface="Verdana"/>
              <a:cs typeface="Verdana"/>
            </a:endParaRPr>
          </a:p>
        </p:txBody>
      </p:sp>
      <p:sp>
        <p:nvSpPr>
          <p:cNvPr id="14" name="object 14"/>
          <p:cNvSpPr txBox="1"/>
          <p:nvPr/>
        </p:nvSpPr>
        <p:spPr>
          <a:xfrm>
            <a:off x="4150017" y="2925762"/>
            <a:ext cx="2627630" cy="872490"/>
          </a:xfrm>
          <a:prstGeom prst="rect">
            <a:avLst/>
          </a:prstGeom>
        </p:spPr>
        <p:txBody>
          <a:bodyPr vert="horz" wrap="square" lIns="0" tIns="17145" rIns="0" bIns="0" rtlCol="0">
            <a:spAutoFit/>
          </a:bodyPr>
          <a:lstStyle/>
          <a:p>
            <a:pPr marL="12700">
              <a:lnSpc>
                <a:spcPct val="100000"/>
              </a:lnSpc>
              <a:spcBef>
                <a:spcPts val="135"/>
              </a:spcBef>
            </a:pPr>
            <a:r>
              <a:rPr sz="1650" b="1" dirty="0">
                <a:solidFill>
                  <a:srgbClr val="3B3434"/>
                </a:solidFill>
                <a:latin typeface="Tahoma"/>
                <a:cs typeface="Tahoma"/>
              </a:rPr>
              <a:t>Lawyer </a:t>
            </a:r>
            <a:r>
              <a:rPr sz="1650" b="1" spc="-10" dirty="0">
                <a:solidFill>
                  <a:srgbClr val="3B3434"/>
                </a:solidFill>
                <a:latin typeface="Tahoma"/>
                <a:cs typeface="Tahoma"/>
              </a:rPr>
              <a:t>Marketplace</a:t>
            </a:r>
            <a:endParaRPr sz="1650">
              <a:latin typeface="Tahoma"/>
              <a:cs typeface="Tahoma"/>
            </a:endParaRPr>
          </a:p>
          <a:p>
            <a:pPr marL="12700" marR="5080">
              <a:lnSpc>
                <a:spcPct val="135000"/>
              </a:lnSpc>
              <a:spcBef>
                <a:spcPts val="595"/>
              </a:spcBef>
            </a:pPr>
            <a:r>
              <a:rPr sz="1250" dirty="0">
                <a:solidFill>
                  <a:srgbClr val="3B3434"/>
                </a:solidFill>
                <a:latin typeface="Verdana"/>
                <a:cs typeface="Verdana"/>
              </a:rPr>
              <a:t>Enhanced</a:t>
            </a:r>
            <a:r>
              <a:rPr sz="1250" spc="55" dirty="0">
                <a:solidFill>
                  <a:srgbClr val="3B3434"/>
                </a:solidFill>
                <a:latin typeface="Verdana"/>
                <a:cs typeface="Verdana"/>
              </a:rPr>
              <a:t> </a:t>
            </a:r>
            <a:r>
              <a:rPr sz="1250" dirty="0">
                <a:solidFill>
                  <a:srgbClr val="3B3434"/>
                </a:solidFill>
                <a:latin typeface="Verdana"/>
                <a:cs typeface="Verdana"/>
              </a:rPr>
              <a:t>platform</a:t>
            </a:r>
            <a:r>
              <a:rPr sz="1250" spc="55" dirty="0">
                <a:solidFill>
                  <a:srgbClr val="3B3434"/>
                </a:solidFill>
                <a:latin typeface="Verdana"/>
                <a:cs typeface="Verdana"/>
              </a:rPr>
              <a:t> </a:t>
            </a:r>
            <a:r>
              <a:rPr sz="1250" dirty="0">
                <a:solidFill>
                  <a:srgbClr val="3B3434"/>
                </a:solidFill>
                <a:latin typeface="Verdana"/>
                <a:cs typeface="Verdana"/>
              </a:rPr>
              <a:t>with</a:t>
            </a:r>
            <a:r>
              <a:rPr sz="1250" spc="60" dirty="0">
                <a:solidFill>
                  <a:srgbClr val="3B3434"/>
                </a:solidFill>
                <a:latin typeface="Verdana"/>
                <a:cs typeface="Verdana"/>
              </a:rPr>
              <a:t> </a:t>
            </a:r>
            <a:r>
              <a:rPr sz="1250" spc="-10" dirty="0">
                <a:solidFill>
                  <a:srgbClr val="3B3434"/>
                </a:solidFill>
                <a:latin typeface="Verdana"/>
                <a:cs typeface="Verdana"/>
              </a:rPr>
              <a:t>ratings, reviews,</a:t>
            </a:r>
            <a:r>
              <a:rPr sz="1250" spc="-100" dirty="0">
                <a:solidFill>
                  <a:srgbClr val="3B3434"/>
                </a:solidFill>
                <a:latin typeface="Verdana"/>
                <a:cs typeface="Verdana"/>
              </a:rPr>
              <a:t> </a:t>
            </a:r>
            <a:r>
              <a:rPr sz="1250" dirty="0">
                <a:solidFill>
                  <a:srgbClr val="3B3434"/>
                </a:solidFill>
                <a:latin typeface="Verdana"/>
                <a:cs typeface="Verdana"/>
              </a:rPr>
              <a:t>and</a:t>
            </a:r>
            <a:r>
              <a:rPr sz="1250" spc="-100" dirty="0">
                <a:solidFill>
                  <a:srgbClr val="3B3434"/>
                </a:solidFill>
                <a:latin typeface="Verdana"/>
                <a:cs typeface="Verdana"/>
              </a:rPr>
              <a:t> </a:t>
            </a:r>
            <a:r>
              <a:rPr sz="1250" spc="-10" dirty="0">
                <a:solidFill>
                  <a:srgbClr val="3B3434"/>
                </a:solidFill>
                <a:latin typeface="Verdana"/>
                <a:cs typeface="Verdana"/>
              </a:rPr>
              <a:t>specialisations</a:t>
            </a:r>
            <a:endParaRPr sz="1250">
              <a:latin typeface="Verdana"/>
              <a:cs typeface="Verdana"/>
            </a:endParaRPr>
          </a:p>
        </p:txBody>
      </p:sp>
      <p:sp>
        <p:nvSpPr>
          <p:cNvPr id="15" name="object 15"/>
          <p:cNvSpPr txBox="1"/>
          <p:nvPr/>
        </p:nvSpPr>
        <p:spPr>
          <a:xfrm>
            <a:off x="7580058" y="2925762"/>
            <a:ext cx="2997835" cy="872490"/>
          </a:xfrm>
          <a:prstGeom prst="rect">
            <a:avLst/>
          </a:prstGeom>
        </p:spPr>
        <p:txBody>
          <a:bodyPr vert="horz" wrap="square" lIns="0" tIns="17145" rIns="0" bIns="0" rtlCol="0">
            <a:spAutoFit/>
          </a:bodyPr>
          <a:lstStyle/>
          <a:p>
            <a:pPr marL="12700">
              <a:lnSpc>
                <a:spcPct val="100000"/>
              </a:lnSpc>
              <a:spcBef>
                <a:spcPts val="135"/>
              </a:spcBef>
            </a:pPr>
            <a:r>
              <a:rPr sz="1650" b="1" spc="55" dirty="0">
                <a:solidFill>
                  <a:srgbClr val="3B3434"/>
                </a:solidFill>
                <a:latin typeface="Tahoma"/>
                <a:cs typeface="Tahoma"/>
              </a:rPr>
              <a:t>Mobile</a:t>
            </a:r>
            <a:r>
              <a:rPr sz="1650" b="1" spc="-35" dirty="0">
                <a:solidFill>
                  <a:srgbClr val="3B3434"/>
                </a:solidFill>
                <a:latin typeface="Tahoma"/>
                <a:cs typeface="Tahoma"/>
              </a:rPr>
              <a:t> </a:t>
            </a:r>
            <a:r>
              <a:rPr sz="1650" b="1" spc="45" dirty="0">
                <a:solidFill>
                  <a:srgbClr val="3B3434"/>
                </a:solidFill>
                <a:latin typeface="Tahoma"/>
                <a:cs typeface="Tahoma"/>
              </a:rPr>
              <a:t>Application</a:t>
            </a:r>
            <a:endParaRPr sz="1650">
              <a:latin typeface="Tahoma"/>
              <a:cs typeface="Tahoma"/>
            </a:endParaRPr>
          </a:p>
          <a:p>
            <a:pPr marL="12700" marR="5080">
              <a:lnSpc>
                <a:spcPct val="135000"/>
              </a:lnSpc>
              <a:spcBef>
                <a:spcPts val="595"/>
              </a:spcBef>
            </a:pPr>
            <a:r>
              <a:rPr sz="1250" dirty="0">
                <a:solidFill>
                  <a:srgbClr val="3B3434"/>
                </a:solidFill>
                <a:latin typeface="Verdana"/>
                <a:cs typeface="Verdana"/>
              </a:rPr>
              <a:t>Native</a:t>
            </a:r>
            <a:r>
              <a:rPr sz="1250" spc="-50" dirty="0">
                <a:solidFill>
                  <a:srgbClr val="3B3434"/>
                </a:solidFill>
                <a:latin typeface="Verdana"/>
                <a:cs typeface="Verdana"/>
              </a:rPr>
              <a:t> </a:t>
            </a:r>
            <a:r>
              <a:rPr sz="1250" spc="55" dirty="0">
                <a:solidFill>
                  <a:srgbClr val="3B3434"/>
                </a:solidFill>
                <a:latin typeface="Verdana"/>
                <a:cs typeface="Verdana"/>
              </a:rPr>
              <a:t>iOS</a:t>
            </a:r>
            <a:r>
              <a:rPr sz="1250" spc="-45" dirty="0">
                <a:solidFill>
                  <a:srgbClr val="3B3434"/>
                </a:solidFill>
                <a:latin typeface="Verdana"/>
                <a:cs typeface="Verdana"/>
              </a:rPr>
              <a:t> </a:t>
            </a:r>
            <a:r>
              <a:rPr sz="1250" dirty="0">
                <a:solidFill>
                  <a:srgbClr val="3B3434"/>
                </a:solidFill>
                <a:latin typeface="Verdana"/>
                <a:cs typeface="Verdana"/>
              </a:rPr>
              <a:t>and</a:t>
            </a:r>
            <a:r>
              <a:rPr sz="1250" spc="-45" dirty="0">
                <a:solidFill>
                  <a:srgbClr val="3B3434"/>
                </a:solidFill>
                <a:latin typeface="Verdana"/>
                <a:cs typeface="Verdana"/>
              </a:rPr>
              <a:t> </a:t>
            </a:r>
            <a:r>
              <a:rPr sz="1250" spc="55" dirty="0">
                <a:solidFill>
                  <a:srgbClr val="3B3434"/>
                </a:solidFill>
                <a:latin typeface="Verdana"/>
                <a:cs typeface="Verdana"/>
              </a:rPr>
              <a:t>Android</a:t>
            </a:r>
            <a:r>
              <a:rPr sz="1250" spc="-45" dirty="0">
                <a:solidFill>
                  <a:srgbClr val="3B3434"/>
                </a:solidFill>
                <a:latin typeface="Verdana"/>
                <a:cs typeface="Verdana"/>
              </a:rPr>
              <a:t> </a:t>
            </a:r>
            <a:r>
              <a:rPr sz="1250" dirty="0">
                <a:solidFill>
                  <a:srgbClr val="3B3434"/>
                </a:solidFill>
                <a:latin typeface="Verdana"/>
                <a:cs typeface="Verdana"/>
              </a:rPr>
              <a:t>apps</a:t>
            </a:r>
            <a:r>
              <a:rPr sz="1250" spc="-45" dirty="0">
                <a:solidFill>
                  <a:srgbClr val="3B3434"/>
                </a:solidFill>
                <a:latin typeface="Verdana"/>
                <a:cs typeface="Verdana"/>
              </a:rPr>
              <a:t> </a:t>
            </a:r>
            <a:r>
              <a:rPr sz="1250" dirty="0">
                <a:solidFill>
                  <a:srgbClr val="3B3434"/>
                </a:solidFill>
                <a:latin typeface="Verdana"/>
                <a:cs typeface="Verdana"/>
              </a:rPr>
              <a:t>for</a:t>
            </a:r>
            <a:r>
              <a:rPr sz="1250" spc="-45" dirty="0">
                <a:solidFill>
                  <a:srgbClr val="3B3434"/>
                </a:solidFill>
                <a:latin typeface="Verdana"/>
                <a:cs typeface="Verdana"/>
              </a:rPr>
              <a:t> </a:t>
            </a:r>
            <a:r>
              <a:rPr sz="1250" spc="35" dirty="0">
                <a:solidFill>
                  <a:srgbClr val="3B3434"/>
                </a:solidFill>
                <a:latin typeface="Verdana"/>
                <a:cs typeface="Verdana"/>
              </a:rPr>
              <a:t>on- </a:t>
            </a:r>
            <a:r>
              <a:rPr sz="1250" dirty="0">
                <a:solidFill>
                  <a:srgbClr val="3B3434"/>
                </a:solidFill>
                <a:latin typeface="Verdana"/>
                <a:cs typeface="Verdana"/>
              </a:rPr>
              <a:t>the-</a:t>
            </a:r>
            <a:r>
              <a:rPr sz="1250" spc="85" dirty="0">
                <a:solidFill>
                  <a:srgbClr val="3B3434"/>
                </a:solidFill>
                <a:latin typeface="Verdana"/>
                <a:cs typeface="Verdana"/>
              </a:rPr>
              <a:t>go</a:t>
            </a:r>
            <a:r>
              <a:rPr sz="1250" spc="-15" dirty="0">
                <a:solidFill>
                  <a:srgbClr val="3B3434"/>
                </a:solidFill>
                <a:latin typeface="Verdana"/>
                <a:cs typeface="Verdana"/>
              </a:rPr>
              <a:t> </a:t>
            </a:r>
            <a:r>
              <a:rPr sz="1250" dirty="0">
                <a:solidFill>
                  <a:srgbClr val="3B3434"/>
                </a:solidFill>
                <a:latin typeface="Verdana"/>
                <a:cs typeface="Verdana"/>
              </a:rPr>
              <a:t>legal</a:t>
            </a:r>
            <a:r>
              <a:rPr sz="1250" spc="-15" dirty="0">
                <a:solidFill>
                  <a:srgbClr val="3B3434"/>
                </a:solidFill>
                <a:latin typeface="Verdana"/>
                <a:cs typeface="Verdana"/>
              </a:rPr>
              <a:t> </a:t>
            </a:r>
            <a:r>
              <a:rPr sz="1250" spc="-10" dirty="0">
                <a:solidFill>
                  <a:srgbClr val="3B3434"/>
                </a:solidFill>
                <a:latin typeface="Verdana"/>
                <a:cs typeface="Verdana"/>
              </a:rPr>
              <a:t>assistance</a:t>
            </a:r>
            <a:endParaRPr sz="1250">
              <a:latin typeface="Verdana"/>
              <a:cs typeface="Verdana"/>
            </a:endParaRPr>
          </a:p>
        </p:txBody>
      </p:sp>
      <p:grpSp>
        <p:nvGrpSpPr>
          <p:cNvPr id="16" name="object 16"/>
          <p:cNvGrpSpPr/>
          <p:nvPr/>
        </p:nvGrpSpPr>
        <p:grpSpPr>
          <a:xfrm>
            <a:off x="552450" y="4181475"/>
            <a:ext cx="10306050" cy="990600"/>
            <a:chOff x="552450" y="4181475"/>
            <a:chExt cx="10306050" cy="990600"/>
          </a:xfrm>
        </p:grpSpPr>
        <p:sp>
          <p:nvSpPr>
            <p:cNvPr id="17" name="object 17"/>
            <p:cNvSpPr/>
            <p:nvPr/>
          </p:nvSpPr>
          <p:spPr>
            <a:xfrm>
              <a:off x="571500" y="4191000"/>
              <a:ext cx="10277475" cy="971550"/>
            </a:xfrm>
            <a:custGeom>
              <a:avLst/>
              <a:gdLst/>
              <a:ahLst/>
              <a:cxnLst/>
              <a:rect l="l" t="t" r="r" b="b"/>
              <a:pathLst>
                <a:path w="10277475" h="971550">
                  <a:moveTo>
                    <a:pt x="10236289" y="0"/>
                  </a:moveTo>
                  <a:lnTo>
                    <a:pt x="71194" y="0"/>
                  </a:lnTo>
                  <a:lnTo>
                    <a:pt x="66243" y="431"/>
                  </a:lnTo>
                  <a:lnTo>
                    <a:pt x="29706" y="13665"/>
                  </a:lnTo>
                  <a:lnTo>
                    <a:pt x="3884" y="45199"/>
                  </a:lnTo>
                  <a:lnTo>
                    <a:pt x="0" y="62293"/>
                  </a:lnTo>
                  <a:lnTo>
                    <a:pt x="0" y="904875"/>
                  </a:lnTo>
                  <a:lnTo>
                    <a:pt x="0" y="909256"/>
                  </a:lnTo>
                  <a:lnTo>
                    <a:pt x="15622" y="945553"/>
                  </a:lnTo>
                  <a:lnTo>
                    <a:pt x="51663" y="968146"/>
                  </a:lnTo>
                  <a:lnTo>
                    <a:pt x="71194" y="971550"/>
                  </a:lnTo>
                  <a:lnTo>
                    <a:pt x="10236289" y="971550"/>
                  </a:lnTo>
                  <a:lnTo>
                    <a:pt x="10271442" y="948055"/>
                  </a:lnTo>
                  <a:lnTo>
                    <a:pt x="10277475" y="930363"/>
                  </a:lnTo>
                  <a:lnTo>
                    <a:pt x="10277475" y="41186"/>
                  </a:lnTo>
                  <a:lnTo>
                    <a:pt x="10253980" y="6019"/>
                  </a:lnTo>
                  <a:lnTo>
                    <a:pt x="10242346" y="1206"/>
                  </a:lnTo>
                  <a:lnTo>
                    <a:pt x="10236289" y="0"/>
                  </a:lnTo>
                  <a:close/>
                </a:path>
              </a:pathLst>
            </a:custGeom>
            <a:solidFill>
              <a:srgbClr val="FFFAFA"/>
            </a:solidFill>
          </p:spPr>
          <p:txBody>
            <a:bodyPr wrap="square" lIns="0" tIns="0" rIns="0" bIns="0" rtlCol="0"/>
            <a:lstStyle/>
            <a:p>
              <a:endParaRPr/>
            </a:p>
          </p:txBody>
        </p:sp>
        <p:sp>
          <p:nvSpPr>
            <p:cNvPr id="18" name="object 18"/>
            <p:cNvSpPr/>
            <p:nvPr/>
          </p:nvSpPr>
          <p:spPr>
            <a:xfrm>
              <a:off x="552450" y="4181474"/>
              <a:ext cx="10306050" cy="991235"/>
            </a:xfrm>
            <a:custGeom>
              <a:avLst/>
              <a:gdLst/>
              <a:ahLst/>
              <a:cxnLst/>
              <a:rect l="l" t="t" r="r" b="b"/>
              <a:pathLst>
                <a:path w="10306050" h="991235">
                  <a:moveTo>
                    <a:pt x="10306037" y="49453"/>
                  </a:moveTo>
                  <a:lnTo>
                    <a:pt x="10289896" y="17272"/>
                  </a:lnTo>
                  <a:lnTo>
                    <a:pt x="10289337" y="16713"/>
                  </a:lnTo>
                  <a:lnTo>
                    <a:pt x="10286987" y="14363"/>
                  </a:lnTo>
                  <a:lnTo>
                    <a:pt x="10286987" y="57023"/>
                  </a:lnTo>
                  <a:lnTo>
                    <a:pt x="10286987" y="933602"/>
                  </a:lnTo>
                  <a:lnTo>
                    <a:pt x="10286301" y="941171"/>
                  </a:lnTo>
                  <a:lnTo>
                    <a:pt x="10284219" y="948169"/>
                  </a:lnTo>
                  <a:lnTo>
                    <a:pt x="10280739" y="954595"/>
                  </a:lnTo>
                  <a:lnTo>
                    <a:pt x="10276307" y="959929"/>
                  </a:lnTo>
                  <a:lnTo>
                    <a:pt x="10275875" y="960450"/>
                  </a:lnTo>
                  <a:lnTo>
                    <a:pt x="10270033" y="965301"/>
                  </a:lnTo>
                  <a:lnTo>
                    <a:pt x="10263607" y="968781"/>
                  </a:lnTo>
                  <a:lnTo>
                    <a:pt x="10256609" y="970864"/>
                  </a:lnTo>
                  <a:lnTo>
                    <a:pt x="10249027" y="971562"/>
                  </a:lnTo>
                  <a:lnTo>
                    <a:pt x="95237" y="971562"/>
                  </a:lnTo>
                  <a:lnTo>
                    <a:pt x="87731" y="971283"/>
                  </a:lnTo>
                  <a:lnTo>
                    <a:pt x="80378" y="970470"/>
                  </a:lnTo>
                  <a:lnTo>
                    <a:pt x="76200" y="969695"/>
                  </a:lnTo>
                  <a:lnTo>
                    <a:pt x="76200" y="20929"/>
                  </a:lnTo>
                  <a:lnTo>
                    <a:pt x="80378" y="20142"/>
                  </a:lnTo>
                  <a:lnTo>
                    <a:pt x="87731" y="19329"/>
                  </a:lnTo>
                  <a:lnTo>
                    <a:pt x="95237" y="19062"/>
                  </a:lnTo>
                  <a:lnTo>
                    <a:pt x="10249027" y="19062"/>
                  </a:lnTo>
                  <a:lnTo>
                    <a:pt x="10284219" y="42443"/>
                  </a:lnTo>
                  <a:lnTo>
                    <a:pt x="10286987" y="57023"/>
                  </a:lnTo>
                  <a:lnTo>
                    <a:pt x="10286987" y="14363"/>
                  </a:lnTo>
                  <a:lnTo>
                    <a:pt x="10283990" y="11366"/>
                  </a:lnTo>
                  <a:lnTo>
                    <a:pt x="10277831" y="7239"/>
                  </a:lnTo>
                  <a:lnTo>
                    <a:pt x="10263873" y="1460"/>
                  </a:lnTo>
                  <a:lnTo>
                    <a:pt x="10256583" y="12"/>
                  </a:lnTo>
                  <a:lnTo>
                    <a:pt x="95237" y="12"/>
                  </a:lnTo>
                  <a:lnTo>
                    <a:pt x="87731" y="368"/>
                  </a:lnTo>
                  <a:lnTo>
                    <a:pt x="80378" y="1460"/>
                  </a:lnTo>
                  <a:lnTo>
                    <a:pt x="76200" y="2514"/>
                  </a:lnTo>
                  <a:lnTo>
                    <a:pt x="76200" y="0"/>
                  </a:lnTo>
                  <a:lnTo>
                    <a:pt x="53263" y="0"/>
                  </a:lnTo>
                  <a:lnTo>
                    <a:pt x="49555" y="368"/>
                  </a:lnTo>
                  <a:lnTo>
                    <a:pt x="14046" y="19342"/>
                  </a:lnTo>
                  <a:lnTo>
                    <a:pt x="0" y="53263"/>
                  </a:lnTo>
                  <a:lnTo>
                    <a:pt x="0" y="933602"/>
                  </a:lnTo>
                  <a:lnTo>
                    <a:pt x="0" y="937336"/>
                  </a:lnTo>
                  <a:lnTo>
                    <a:pt x="19342" y="976541"/>
                  </a:lnTo>
                  <a:lnTo>
                    <a:pt x="53263" y="990612"/>
                  </a:lnTo>
                  <a:lnTo>
                    <a:pt x="76200" y="990612"/>
                  </a:lnTo>
                  <a:lnTo>
                    <a:pt x="76200" y="988123"/>
                  </a:lnTo>
                  <a:lnTo>
                    <a:pt x="80378" y="989164"/>
                  </a:lnTo>
                  <a:lnTo>
                    <a:pt x="87731" y="990244"/>
                  </a:lnTo>
                  <a:lnTo>
                    <a:pt x="95237" y="990612"/>
                  </a:lnTo>
                  <a:lnTo>
                    <a:pt x="10256583" y="990612"/>
                  </a:lnTo>
                  <a:lnTo>
                    <a:pt x="10263861" y="989164"/>
                  </a:lnTo>
                  <a:lnTo>
                    <a:pt x="10277831" y="983386"/>
                  </a:lnTo>
                  <a:lnTo>
                    <a:pt x="10283990" y="979258"/>
                  </a:lnTo>
                  <a:lnTo>
                    <a:pt x="10289337" y="973912"/>
                  </a:lnTo>
                  <a:lnTo>
                    <a:pt x="10289819" y="973429"/>
                  </a:lnTo>
                  <a:lnTo>
                    <a:pt x="10294683" y="968565"/>
                  </a:lnTo>
                  <a:lnTo>
                    <a:pt x="10298798" y="962406"/>
                  </a:lnTo>
                  <a:lnTo>
                    <a:pt x="10304589" y="948436"/>
                  </a:lnTo>
                  <a:lnTo>
                    <a:pt x="10306037" y="941171"/>
                  </a:lnTo>
                  <a:lnTo>
                    <a:pt x="10306037" y="49453"/>
                  </a:lnTo>
                  <a:close/>
                </a:path>
              </a:pathLst>
            </a:custGeom>
            <a:solidFill>
              <a:srgbClr val="D3DCF6"/>
            </a:solidFill>
          </p:spPr>
          <p:txBody>
            <a:bodyPr wrap="square" lIns="0" tIns="0" rIns="0" bIns="0" rtlCol="0"/>
            <a:lstStyle/>
            <a:p>
              <a:endParaRPr/>
            </a:p>
          </p:txBody>
        </p:sp>
      </p:grpSp>
      <p:sp>
        <p:nvSpPr>
          <p:cNvPr id="19" name="object 19"/>
          <p:cNvSpPr txBox="1"/>
          <p:nvPr/>
        </p:nvSpPr>
        <p:spPr>
          <a:xfrm>
            <a:off x="795902" y="4344987"/>
            <a:ext cx="5010785" cy="605790"/>
          </a:xfrm>
          <a:prstGeom prst="rect">
            <a:avLst/>
          </a:prstGeom>
        </p:spPr>
        <p:txBody>
          <a:bodyPr vert="horz" wrap="square" lIns="0" tIns="17145" rIns="0" bIns="0" rtlCol="0">
            <a:spAutoFit/>
          </a:bodyPr>
          <a:lstStyle/>
          <a:p>
            <a:pPr marL="12700">
              <a:lnSpc>
                <a:spcPct val="100000"/>
              </a:lnSpc>
              <a:spcBef>
                <a:spcPts val="135"/>
              </a:spcBef>
            </a:pPr>
            <a:r>
              <a:rPr sz="1650" b="1" spc="50" dirty="0">
                <a:solidFill>
                  <a:srgbClr val="3B3434"/>
                </a:solidFill>
                <a:latin typeface="Tahoma"/>
                <a:cs typeface="Tahoma"/>
              </a:rPr>
              <a:t>Advanced</a:t>
            </a:r>
            <a:r>
              <a:rPr sz="1650" b="1" spc="-50" dirty="0">
                <a:solidFill>
                  <a:srgbClr val="3B3434"/>
                </a:solidFill>
                <a:latin typeface="Tahoma"/>
                <a:cs typeface="Tahoma"/>
              </a:rPr>
              <a:t> </a:t>
            </a:r>
            <a:r>
              <a:rPr sz="1650" b="1" spc="-35" dirty="0">
                <a:solidFill>
                  <a:srgbClr val="3B3434"/>
                </a:solidFill>
                <a:latin typeface="Tahoma"/>
                <a:cs typeface="Tahoma"/>
              </a:rPr>
              <a:t>AI</a:t>
            </a:r>
            <a:r>
              <a:rPr sz="1650" b="1" spc="-45" dirty="0">
                <a:solidFill>
                  <a:srgbClr val="3B3434"/>
                </a:solidFill>
                <a:latin typeface="Tahoma"/>
                <a:cs typeface="Tahoma"/>
              </a:rPr>
              <a:t> </a:t>
            </a:r>
            <a:r>
              <a:rPr sz="1650" b="1" spc="-10" dirty="0">
                <a:solidFill>
                  <a:srgbClr val="3B3434"/>
                </a:solidFill>
                <a:latin typeface="Tahoma"/>
                <a:cs typeface="Tahoma"/>
              </a:rPr>
              <a:t>Features</a:t>
            </a:r>
            <a:endParaRPr sz="1650" dirty="0">
              <a:latin typeface="Tahoma"/>
              <a:cs typeface="Tahoma"/>
            </a:endParaRPr>
          </a:p>
          <a:p>
            <a:pPr marL="12700">
              <a:lnSpc>
                <a:spcPct val="100000"/>
              </a:lnSpc>
              <a:spcBef>
                <a:spcPts val="1045"/>
              </a:spcBef>
            </a:pPr>
            <a:r>
              <a:rPr sz="1250" spc="10" dirty="0">
                <a:solidFill>
                  <a:srgbClr val="3B3434"/>
                </a:solidFill>
                <a:latin typeface="Verdana"/>
                <a:cs typeface="Verdana"/>
              </a:rPr>
              <a:t>AI-powered</a:t>
            </a:r>
            <a:r>
              <a:rPr sz="1250" spc="-30" dirty="0">
                <a:solidFill>
                  <a:srgbClr val="3B3434"/>
                </a:solidFill>
                <a:latin typeface="Verdana"/>
                <a:cs typeface="Verdana"/>
              </a:rPr>
              <a:t> </a:t>
            </a:r>
            <a:r>
              <a:rPr sz="1250" spc="10" dirty="0">
                <a:solidFill>
                  <a:srgbClr val="3B3434"/>
                </a:solidFill>
                <a:latin typeface="Verdana"/>
                <a:cs typeface="Verdana"/>
              </a:rPr>
              <a:t>legal</a:t>
            </a:r>
            <a:r>
              <a:rPr sz="1250" spc="-25" dirty="0">
                <a:solidFill>
                  <a:srgbClr val="3B3434"/>
                </a:solidFill>
                <a:latin typeface="Verdana"/>
                <a:cs typeface="Verdana"/>
              </a:rPr>
              <a:t> </a:t>
            </a:r>
            <a:r>
              <a:rPr sz="1250" spc="10" dirty="0">
                <a:solidFill>
                  <a:srgbClr val="3B3434"/>
                </a:solidFill>
                <a:latin typeface="Verdana"/>
                <a:cs typeface="Verdana"/>
              </a:rPr>
              <a:t>search</a:t>
            </a:r>
            <a:r>
              <a:rPr sz="1250" spc="-25" dirty="0">
                <a:solidFill>
                  <a:srgbClr val="3B3434"/>
                </a:solidFill>
                <a:latin typeface="Verdana"/>
                <a:cs typeface="Verdana"/>
              </a:rPr>
              <a:t> </a:t>
            </a:r>
            <a:r>
              <a:rPr sz="1250" spc="10" dirty="0">
                <a:solidFill>
                  <a:srgbClr val="3B3434"/>
                </a:solidFill>
                <a:latin typeface="Verdana"/>
                <a:cs typeface="Verdana"/>
              </a:rPr>
              <a:t>and</a:t>
            </a:r>
            <a:r>
              <a:rPr sz="1250" spc="-25" dirty="0">
                <a:solidFill>
                  <a:srgbClr val="3B3434"/>
                </a:solidFill>
                <a:latin typeface="Verdana"/>
                <a:cs typeface="Verdana"/>
              </a:rPr>
              <a:t> </a:t>
            </a:r>
            <a:r>
              <a:rPr sz="1250" spc="10" dirty="0">
                <a:solidFill>
                  <a:srgbClr val="3B3434"/>
                </a:solidFill>
                <a:latin typeface="Verdana"/>
                <a:cs typeface="Verdana"/>
              </a:rPr>
              <a:t>automated</a:t>
            </a:r>
            <a:r>
              <a:rPr sz="1250" spc="-25" dirty="0">
                <a:solidFill>
                  <a:srgbClr val="3B3434"/>
                </a:solidFill>
                <a:latin typeface="Verdana"/>
                <a:cs typeface="Verdana"/>
              </a:rPr>
              <a:t> </a:t>
            </a:r>
            <a:r>
              <a:rPr sz="1250" spc="10" dirty="0">
                <a:solidFill>
                  <a:srgbClr val="3B3434"/>
                </a:solidFill>
                <a:latin typeface="Verdana"/>
                <a:cs typeface="Verdana"/>
              </a:rPr>
              <a:t>template</a:t>
            </a:r>
            <a:r>
              <a:rPr sz="1250" spc="-30" dirty="0">
                <a:solidFill>
                  <a:srgbClr val="3B3434"/>
                </a:solidFill>
                <a:latin typeface="Verdana"/>
                <a:cs typeface="Verdana"/>
              </a:rPr>
              <a:t> </a:t>
            </a:r>
            <a:r>
              <a:rPr sz="1250" spc="-10" dirty="0">
                <a:solidFill>
                  <a:srgbClr val="3B3434"/>
                </a:solidFill>
                <a:latin typeface="Verdana"/>
                <a:cs typeface="Verdana"/>
              </a:rPr>
              <a:t>generation</a:t>
            </a:r>
            <a:endParaRPr sz="1250" dirty="0">
              <a:latin typeface="Verdana"/>
              <a:cs typeface="Verdan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234950" rIns="0" bIns="0" rtlCol="0">
            <a:spAutoFit/>
          </a:bodyPr>
          <a:lstStyle/>
          <a:p>
            <a:pPr marL="12700">
              <a:lnSpc>
                <a:spcPct val="100000"/>
              </a:lnSpc>
              <a:spcBef>
                <a:spcPts val="125"/>
              </a:spcBef>
            </a:pPr>
            <a:r>
              <a:rPr dirty="0"/>
              <a:t>Market</a:t>
            </a:r>
            <a:r>
              <a:rPr spc="65" dirty="0"/>
              <a:t> </a:t>
            </a:r>
            <a:r>
              <a:rPr spc="50" dirty="0"/>
              <a:t>Opportunity</a:t>
            </a:r>
          </a:p>
        </p:txBody>
      </p:sp>
      <p:pic>
        <p:nvPicPr>
          <p:cNvPr id="3" name="object 3"/>
          <p:cNvPicPr/>
          <p:nvPr/>
        </p:nvPicPr>
        <p:blipFill>
          <a:blip r:embed="rId2" cstate="print"/>
          <a:stretch>
            <a:fillRect/>
          </a:stretch>
        </p:blipFill>
        <p:spPr>
          <a:xfrm>
            <a:off x="2081070" y="2291661"/>
            <a:ext cx="1927156" cy="1927159"/>
          </a:xfrm>
          <a:prstGeom prst="rect">
            <a:avLst/>
          </a:prstGeom>
        </p:spPr>
      </p:pic>
      <p:pic>
        <p:nvPicPr>
          <p:cNvPr id="4" name="object 4"/>
          <p:cNvPicPr/>
          <p:nvPr/>
        </p:nvPicPr>
        <p:blipFill>
          <a:blip r:embed="rId3" cstate="print"/>
          <a:stretch>
            <a:fillRect/>
          </a:stretch>
        </p:blipFill>
        <p:spPr>
          <a:xfrm>
            <a:off x="571500" y="4314825"/>
            <a:ext cx="161925" cy="161925"/>
          </a:xfrm>
          <a:prstGeom prst="rect">
            <a:avLst/>
          </a:prstGeom>
        </p:spPr>
      </p:pic>
      <p:sp>
        <p:nvSpPr>
          <p:cNvPr id="5" name="object 5"/>
          <p:cNvSpPr txBox="1"/>
          <p:nvPr/>
        </p:nvSpPr>
        <p:spPr>
          <a:xfrm>
            <a:off x="796329" y="4272597"/>
            <a:ext cx="883285" cy="220979"/>
          </a:xfrm>
          <a:prstGeom prst="rect">
            <a:avLst/>
          </a:prstGeom>
        </p:spPr>
        <p:txBody>
          <a:bodyPr vert="horz" wrap="square" lIns="0" tIns="16510" rIns="0" bIns="0" rtlCol="0">
            <a:spAutoFit/>
          </a:bodyPr>
          <a:lstStyle/>
          <a:p>
            <a:pPr marL="12700">
              <a:lnSpc>
                <a:spcPct val="100000"/>
              </a:lnSpc>
              <a:spcBef>
                <a:spcPts val="130"/>
              </a:spcBef>
            </a:pPr>
            <a:r>
              <a:rPr sz="1250" dirty="0">
                <a:solidFill>
                  <a:srgbClr val="3B3434"/>
                </a:solidFill>
                <a:latin typeface="Verdana"/>
                <a:cs typeface="Verdana"/>
              </a:rPr>
              <a:t>Legal</a:t>
            </a:r>
            <a:r>
              <a:rPr sz="1250" spc="-75" dirty="0">
                <a:solidFill>
                  <a:srgbClr val="3B3434"/>
                </a:solidFill>
                <a:latin typeface="Verdana"/>
                <a:cs typeface="Verdana"/>
              </a:rPr>
              <a:t> </a:t>
            </a:r>
            <a:r>
              <a:rPr sz="1250" spc="-20" dirty="0">
                <a:solidFill>
                  <a:srgbClr val="3B3434"/>
                </a:solidFill>
                <a:latin typeface="Verdana"/>
                <a:cs typeface="Verdana"/>
              </a:rPr>
              <a:t>Tech</a:t>
            </a:r>
            <a:endParaRPr sz="1250">
              <a:latin typeface="Verdana"/>
              <a:cs typeface="Verdana"/>
            </a:endParaRPr>
          </a:p>
        </p:txBody>
      </p:sp>
      <p:pic>
        <p:nvPicPr>
          <p:cNvPr id="6" name="object 6"/>
          <p:cNvPicPr/>
          <p:nvPr/>
        </p:nvPicPr>
        <p:blipFill>
          <a:blip r:embed="rId4" cstate="print"/>
          <a:stretch>
            <a:fillRect/>
          </a:stretch>
        </p:blipFill>
        <p:spPr>
          <a:xfrm>
            <a:off x="2286000" y="4314825"/>
            <a:ext cx="161925" cy="161925"/>
          </a:xfrm>
          <a:prstGeom prst="rect">
            <a:avLst/>
          </a:prstGeom>
        </p:spPr>
      </p:pic>
      <p:sp>
        <p:nvSpPr>
          <p:cNvPr id="7" name="object 7"/>
          <p:cNvSpPr txBox="1"/>
          <p:nvPr/>
        </p:nvSpPr>
        <p:spPr>
          <a:xfrm>
            <a:off x="2508592" y="4272597"/>
            <a:ext cx="938530" cy="220979"/>
          </a:xfrm>
          <a:prstGeom prst="rect">
            <a:avLst/>
          </a:prstGeom>
        </p:spPr>
        <p:txBody>
          <a:bodyPr vert="horz" wrap="square" lIns="0" tIns="16510" rIns="0" bIns="0" rtlCol="0">
            <a:spAutoFit/>
          </a:bodyPr>
          <a:lstStyle/>
          <a:p>
            <a:pPr marL="12700">
              <a:lnSpc>
                <a:spcPct val="100000"/>
              </a:lnSpc>
              <a:spcBef>
                <a:spcPts val="130"/>
              </a:spcBef>
            </a:pPr>
            <a:r>
              <a:rPr sz="1250" spc="-20" dirty="0">
                <a:solidFill>
                  <a:srgbClr val="3B3434"/>
                </a:solidFill>
                <a:latin typeface="Verdana"/>
                <a:cs typeface="Verdana"/>
              </a:rPr>
              <a:t>AI</a:t>
            </a:r>
            <a:r>
              <a:rPr sz="1250" spc="-135" dirty="0">
                <a:solidFill>
                  <a:srgbClr val="3B3434"/>
                </a:solidFill>
                <a:latin typeface="Verdana"/>
                <a:cs typeface="Verdana"/>
              </a:rPr>
              <a:t> </a:t>
            </a:r>
            <a:r>
              <a:rPr sz="1250" spc="-10" dirty="0">
                <a:solidFill>
                  <a:srgbClr val="3B3434"/>
                </a:solidFill>
                <a:latin typeface="Verdana"/>
                <a:cs typeface="Verdana"/>
              </a:rPr>
              <a:t>Services</a:t>
            </a:r>
            <a:endParaRPr sz="1250">
              <a:latin typeface="Verdana"/>
              <a:cs typeface="Verdana"/>
            </a:endParaRPr>
          </a:p>
        </p:txBody>
      </p:sp>
      <p:pic>
        <p:nvPicPr>
          <p:cNvPr id="8" name="object 8"/>
          <p:cNvPicPr/>
          <p:nvPr/>
        </p:nvPicPr>
        <p:blipFill>
          <a:blip r:embed="rId5" cstate="print"/>
          <a:stretch>
            <a:fillRect/>
          </a:stretch>
        </p:blipFill>
        <p:spPr>
          <a:xfrm>
            <a:off x="3990975" y="4314825"/>
            <a:ext cx="161925" cy="161925"/>
          </a:xfrm>
          <a:prstGeom prst="rect">
            <a:avLst/>
          </a:prstGeom>
        </p:spPr>
      </p:pic>
      <p:sp>
        <p:nvSpPr>
          <p:cNvPr id="9" name="object 9"/>
          <p:cNvSpPr txBox="1"/>
          <p:nvPr/>
        </p:nvSpPr>
        <p:spPr>
          <a:xfrm>
            <a:off x="4220870" y="4272597"/>
            <a:ext cx="1003300" cy="382905"/>
          </a:xfrm>
          <a:prstGeom prst="rect">
            <a:avLst/>
          </a:prstGeom>
        </p:spPr>
        <p:txBody>
          <a:bodyPr vert="horz" wrap="square" lIns="0" tIns="45085" rIns="0" bIns="0" rtlCol="0">
            <a:spAutoFit/>
          </a:bodyPr>
          <a:lstStyle/>
          <a:p>
            <a:pPr marL="12700" marR="5080">
              <a:lnSpc>
                <a:spcPts val="1280"/>
              </a:lnSpc>
              <a:spcBef>
                <a:spcPts val="355"/>
              </a:spcBef>
            </a:pPr>
            <a:r>
              <a:rPr sz="1250" spc="-10" dirty="0">
                <a:solidFill>
                  <a:srgbClr val="3B3434"/>
                </a:solidFill>
                <a:latin typeface="Verdana"/>
                <a:cs typeface="Verdana"/>
              </a:rPr>
              <a:t>Document Automation</a:t>
            </a:r>
            <a:endParaRPr sz="1250">
              <a:latin typeface="Verdana"/>
              <a:cs typeface="Verdana"/>
            </a:endParaRPr>
          </a:p>
        </p:txBody>
      </p:sp>
      <p:pic>
        <p:nvPicPr>
          <p:cNvPr id="10" name="object 10"/>
          <p:cNvPicPr/>
          <p:nvPr/>
        </p:nvPicPr>
        <p:blipFill>
          <a:blip r:embed="rId6" cstate="print"/>
          <a:stretch>
            <a:fillRect/>
          </a:stretch>
        </p:blipFill>
        <p:spPr>
          <a:xfrm>
            <a:off x="571500" y="4829175"/>
            <a:ext cx="161925" cy="161925"/>
          </a:xfrm>
          <a:prstGeom prst="rect">
            <a:avLst/>
          </a:prstGeom>
        </p:spPr>
      </p:pic>
      <p:sp>
        <p:nvSpPr>
          <p:cNvPr id="11" name="object 11"/>
          <p:cNvSpPr txBox="1"/>
          <p:nvPr/>
        </p:nvSpPr>
        <p:spPr>
          <a:xfrm>
            <a:off x="796329" y="4786947"/>
            <a:ext cx="1036955" cy="220979"/>
          </a:xfrm>
          <a:prstGeom prst="rect">
            <a:avLst/>
          </a:prstGeom>
        </p:spPr>
        <p:txBody>
          <a:bodyPr vert="horz" wrap="square" lIns="0" tIns="16510" rIns="0" bIns="0" rtlCol="0">
            <a:spAutoFit/>
          </a:bodyPr>
          <a:lstStyle/>
          <a:p>
            <a:pPr marL="12700">
              <a:lnSpc>
                <a:spcPct val="100000"/>
              </a:lnSpc>
              <a:spcBef>
                <a:spcPts val="130"/>
              </a:spcBef>
            </a:pPr>
            <a:r>
              <a:rPr sz="1250" dirty="0">
                <a:solidFill>
                  <a:srgbClr val="3B3434"/>
                </a:solidFill>
                <a:latin typeface="Verdana"/>
                <a:cs typeface="Verdana"/>
              </a:rPr>
              <a:t>Online</a:t>
            </a:r>
            <a:r>
              <a:rPr sz="1250" spc="80" dirty="0">
                <a:solidFill>
                  <a:srgbClr val="3B3434"/>
                </a:solidFill>
                <a:latin typeface="Verdana"/>
                <a:cs typeface="Verdana"/>
              </a:rPr>
              <a:t> </a:t>
            </a:r>
            <a:r>
              <a:rPr sz="1250" spc="-20" dirty="0">
                <a:solidFill>
                  <a:srgbClr val="3B3434"/>
                </a:solidFill>
                <a:latin typeface="Verdana"/>
                <a:cs typeface="Verdana"/>
              </a:rPr>
              <a:t>Legal</a:t>
            </a:r>
            <a:endParaRPr sz="1250">
              <a:latin typeface="Verdana"/>
              <a:cs typeface="Verdana"/>
            </a:endParaRPr>
          </a:p>
        </p:txBody>
      </p:sp>
      <p:sp>
        <p:nvSpPr>
          <p:cNvPr id="12" name="object 12"/>
          <p:cNvSpPr/>
          <p:nvPr/>
        </p:nvSpPr>
        <p:spPr>
          <a:xfrm>
            <a:off x="5943600" y="3409950"/>
            <a:ext cx="57150" cy="57150"/>
          </a:xfrm>
          <a:custGeom>
            <a:avLst/>
            <a:gdLst/>
            <a:ahLst/>
            <a:cxnLst/>
            <a:rect l="l" t="t" r="r" b="b"/>
            <a:pathLst>
              <a:path w="57150" h="57150">
                <a:moveTo>
                  <a:pt x="32359" y="0"/>
                </a:moveTo>
                <a:lnTo>
                  <a:pt x="24790" y="0"/>
                </a:lnTo>
                <a:lnTo>
                  <a:pt x="21132" y="723"/>
                </a:lnTo>
                <a:lnTo>
                  <a:pt x="0" y="24790"/>
                </a:lnTo>
                <a:lnTo>
                  <a:pt x="0" y="32359"/>
                </a:lnTo>
                <a:lnTo>
                  <a:pt x="24790" y="57150"/>
                </a:lnTo>
                <a:lnTo>
                  <a:pt x="32359" y="57150"/>
                </a:lnTo>
                <a:lnTo>
                  <a:pt x="57150" y="32359"/>
                </a:lnTo>
                <a:lnTo>
                  <a:pt x="57150" y="28575"/>
                </a:lnTo>
                <a:lnTo>
                  <a:pt x="57150" y="24790"/>
                </a:lnTo>
                <a:lnTo>
                  <a:pt x="36004" y="723"/>
                </a:lnTo>
                <a:lnTo>
                  <a:pt x="32359" y="0"/>
                </a:lnTo>
                <a:close/>
              </a:path>
            </a:pathLst>
          </a:custGeom>
          <a:solidFill>
            <a:srgbClr val="3B3434"/>
          </a:solidFill>
        </p:spPr>
        <p:txBody>
          <a:bodyPr wrap="square" lIns="0" tIns="0" rIns="0" bIns="0" rtlCol="0"/>
          <a:lstStyle/>
          <a:p>
            <a:endParaRPr/>
          </a:p>
        </p:txBody>
      </p:sp>
      <p:sp>
        <p:nvSpPr>
          <p:cNvPr id="13" name="object 13"/>
          <p:cNvSpPr/>
          <p:nvPr/>
        </p:nvSpPr>
        <p:spPr>
          <a:xfrm>
            <a:off x="5943600" y="3724275"/>
            <a:ext cx="57150" cy="57150"/>
          </a:xfrm>
          <a:custGeom>
            <a:avLst/>
            <a:gdLst/>
            <a:ahLst/>
            <a:cxnLst/>
            <a:rect l="l" t="t" r="r" b="b"/>
            <a:pathLst>
              <a:path w="57150" h="57150">
                <a:moveTo>
                  <a:pt x="32359" y="0"/>
                </a:moveTo>
                <a:lnTo>
                  <a:pt x="24790" y="0"/>
                </a:lnTo>
                <a:lnTo>
                  <a:pt x="21132" y="723"/>
                </a:lnTo>
                <a:lnTo>
                  <a:pt x="0" y="24790"/>
                </a:lnTo>
                <a:lnTo>
                  <a:pt x="0" y="32359"/>
                </a:lnTo>
                <a:lnTo>
                  <a:pt x="24790" y="57150"/>
                </a:lnTo>
                <a:lnTo>
                  <a:pt x="32359" y="57150"/>
                </a:lnTo>
                <a:lnTo>
                  <a:pt x="57150" y="32359"/>
                </a:lnTo>
                <a:lnTo>
                  <a:pt x="57150" y="28575"/>
                </a:lnTo>
                <a:lnTo>
                  <a:pt x="57150" y="24790"/>
                </a:lnTo>
                <a:lnTo>
                  <a:pt x="36004" y="723"/>
                </a:lnTo>
                <a:lnTo>
                  <a:pt x="32359" y="0"/>
                </a:lnTo>
                <a:close/>
              </a:path>
            </a:pathLst>
          </a:custGeom>
          <a:solidFill>
            <a:srgbClr val="3B3434"/>
          </a:solidFill>
        </p:spPr>
        <p:txBody>
          <a:bodyPr wrap="square" lIns="0" tIns="0" rIns="0" bIns="0" rtlCol="0"/>
          <a:lstStyle/>
          <a:p>
            <a:endParaRPr/>
          </a:p>
        </p:txBody>
      </p:sp>
      <p:sp>
        <p:nvSpPr>
          <p:cNvPr id="14" name="object 14"/>
          <p:cNvSpPr/>
          <p:nvPr/>
        </p:nvSpPr>
        <p:spPr>
          <a:xfrm>
            <a:off x="5943600" y="4038600"/>
            <a:ext cx="57150" cy="57150"/>
          </a:xfrm>
          <a:custGeom>
            <a:avLst/>
            <a:gdLst/>
            <a:ahLst/>
            <a:cxnLst/>
            <a:rect l="l" t="t" r="r" b="b"/>
            <a:pathLst>
              <a:path w="57150" h="57150">
                <a:moveTo>
                  <a:pt x="32359" y="0"/>
                </a:moveTo>
                <a:lnTo>
                  <a:pt x="24790" y="0"/>
                </a:lnTo>
                <a:lnTo>
                  <a:pt x="21132" y="723"/>
                </a:lnTo>
                <a:lnTo>
                  <a:pt x="0" y="24790"/>
                </a:lnTo>
                <a:lnTo>
                  <a:pt x="0" y="32359"/>
                </a:lnTo>
                <a:lnTo>
                  <a:pt x="24790" y="57150"/>
                </a:lnTo>
                <a:lnTo>
                  <a:pt x="32359" y="57150"/>
                </a:lnTo>
                <a:lnTo>
                  <a:pt x="57150" y="32359"/>
                </a:lnTo>
                <a:lnTo>
                  <a:pt x="57150" y="28575"/>
                </a:lnTo>
                <a:lnTo>
                  <a:pt x="57150" y="24790"/>
                </a:lnTo>
                <a:lnTo>
                  <a:pt x="36004" y="723"/>
                </a:lnTo>
                <a:lnTo>
                  <a:pt x="32359" y="0"/>
                </a:lnTo>
                <a:close/>
              </a:path>
            </a:pathLst>
          </a:custGeom>
          <a:solidFill>
            <a:srgbClr val="3B3434"/>
          </a:solidFill>
        </p:spPr>
        <p:txBody>
          <a:bodyPr wrap="square" lIns="0" tIns="0" rIns="0" bIns="0" rtlCol="0"/>
          <a:lstStyle/>
          <a:p>
            <a:endParaRPr/>
          </a:p>
        </p:txBody>
      </p:sp>
      <p:sp>
        <p:nvSpPr>
          <p:cNvPr id="15" name="object 15"/>
          <p:cNvSpPr txBox="1">
            <a:spLocks noGrp="1"/>
          </p:cNvSpPr>
          <p:nvPr>
            <p:ph type="body" idx="1"/>
          </p:nvPr>
        </p:nvSpPr>
        <p:spPr>
          <a:prstGeom prst="rect">
            <a:avLst/>
          </a:prstGeom>
        </p:spPr>
        <p:txBody>
          <a:bodyPr vert="horz" wrap="square" lIns="0" tIns="17145" rIns="0" bIns="0" rtlCol="0">
            <a:spAutoFit/>
          </a:bodyPr>
          <a:lstStyle/>
          <a:p>
            <a:pPr marL="12700">
              <a:lnSpc>
                <a:spcPct val="100000"/>
              </a:lnSpc>
              <a:spcBef>
                <a:spcPts val="135"/>
              </a:spcBef>
            </a:pPr>
            <a:r>
              <a:rPr dirty="0"/>
              <a:t>Global</a:t>
            </a:r>
            <a:r>
              <a:rPr spc="110" dirty="0"/>
              <a:t> </a:t>
            </a:r>
            <a:r>
              <a:rPr dirty="0"/>
              <a:t>Legal</a:t>
            </a:r>
            <a:r>
              <a:rPr spc="110" dirty="0"/>
              <a:t> </a:t>
            </a:r>
            <a:r>
              <a:rPr dirty="0"/>
              <a:t>Tech</a:t>
            </a:r>
            <a:r>
              <a:rPr spc="110" dirty="0"/>
              <a:t> </a:t>
            </a:r>
            <a:r>
              <a:rPr spc="-10" dirty="0"/>
              <a:t>Market</a:t>
            </a:r>
          </a:p>
          <a:p>
            <a:pPr marL="12700" marR="5080">
              <a:lnSpc>
                <a:spcPct val="135000"/>
              </a:lnSpc>
              <a:spcBef>
                <a:spcPts val="1120"/>
              </a:spcBef>
            </a:pPr>
            <a:r>
              <a:rPr sz="1250" b="0" dirty="0">
                <a:solidFill>
                  <a:srgbClr val="3B3434"/>
                </a:solidFill>
                <a:latin typeface="Verdana"/>
                <a:cs typeface="Verdana"/>
              </a:rPr>
              <a:t>The</a:t>
            </a:r>
            <a:r>
              <a:rPr sz="1250" b="0" spc="5" dirty="0">
                <a:solidFill>
                  <a:srgbClr val="3B3434"/>
                </a:solidFill>
                <a:latin typeface="Verdana"/>
                <a:cs typeface="Verdana"/>
              </a:rPr>
              <a:t> </a:t>
            </a:r>
            <a:r>
              <a:rPr sz="1250" b="0" dirty="0">
                <a:solidFill>
                  <a:srgbClr val="3B3434"/>
                </a:solidFill>
                <a:latin typeface="Verdana"/>
                <a:cs typeface="Verdana"/>
              </a:rPr>
              <a:t>legal</a:t>
            </a:r>
            <a:r>
              <a:rPr sz="1250" b="0" spc="5" dirty="0">
                <a:solidFill>
                  <a:srgbClr val="3B3434"/>
                </a:solidFill>
                <a:latin typeface="Verdana"/>
                <a:cs typeface="Verdana"/>
              </a:rPr>
              <a:t> </a:t>
            </a:r>
            <a:r>
              <a:rPr sz="1250" b="0" dirty="0">
                <a:solidFill>
                  <a:srgbClr val="3B3434"/>
                </a:solidFill>
                <a:latin typeface="Verdana"/>
                <a:cs typeface="Verdana"/>
              </a:rPr>
              <a:t>technology</a:t>
            </a:r>
            <a:r>
              <a:rPr sz="1250" b="0" spc="10" dirty="0">
                <a:solidFill>
                  <a:srgbClr val="3B3434"/>
                </a:solidFill>
                <a:latin typeface="Verdana"/>
                <a:cs typeface="Verdana"/>
              </a:rPr>
              <a:t> </a:t>
            </a:r>
            <a:r>
              <a:rPr sz="1250" b="0" dirty="0">
                <a:solidFill>
                  <a:srgbClr val="3B3434"/>
                </a:solidFill>
                <a:latin typeface="Verdana"/>
                <a:cs typeface="Verdana"/>
              </a:rPr>
              <a:t>sector</a:t>
            </a:r>
            <a:r>
              <a:rPr sz="1250" b="0" spc="5" dirty="0">
                <a:solidFill>
                  <a:srgbClr val="3B3434"/>
                </a:solidFill>
                <a:latin typeface="Verdana"/>
                <a:cs typeface="Verdana"/>
              </a:rPr>
              <a:t> </a:t>
            </a:r>
            <a:r>
              <a:rPr sz="1250" b="0" dirty="0">
                <a:solidFill>
                  <a:srgbClr val="3B3434"/>
                </a:solidFill>
                <a:latin typeface="Verdana"/>
                <a:cs typeface="Verdana"/>
              </a:rPr>
              <a:t>represents</a:t>
            </a:r>
            <a:r>
              <a:rPr sz="1250" b="0" spc="5" dirty="0">
                <a:solidFill>
                  <a:srgbClr val="3B3434"/>
                </a:solidFill>
                <a:latin typeface="Verdana"/>
                <a:cs typeface="Verdana"/>
              </a:rPr>
              <a:t> </a:t>
            </a:r>
            <a:r>
              <a:rPr sz="1250" b="0" spc="-30" dirty="0">
                <a:solidFill>
                  <a:srgbClr val="3B3434"/>
                </a:solidFill>
                <a:latin typeface="Verdana"/>
                <a:cs typeface="Verdana"/>
              </a:rPr>
              <a:t>a</a:t>
            </a:r>
            <a:r>
              <a:rPr sz="1250" b="0" spc="15" dirty="0">
                <a:solidFill>
                  <a:srgbClr val="3B3434"/>
                </a:solidFill>
                <a:latin typeface="Verdana"/>
                <a:cs typeface="Verdana"/>
              </a:rPr>
              <a:t> </a:t>
            </a:r>
            <a:r>
              <a:rPr sz="1250" spc="-10" dirty="0">
                <a:solidFill>
                  <a:srgbClr val="1A2D7A"/>
                </a:solidFill>
                <a:latin typeface="Verdana"/>
                <a:cs typeface="Verdana"/>
              </a:rPr>
              <a:t>£60</a:t>
            </a:r>
            <a:r>
              <a:rPr sz="1250" spc="-20" dirty="0">
                <a:solidFill>
                  <a:srgbClr val="1A2D7A"/>
                </a:solidFill>
                <a:latin typeface="Verdana"/>
                <a:cs typeface="Verdana"/>
              </a:rPr>
              <a:t> </a:t>
            </a:r>
            <a:r>
              <a:rPr sz="1250" spc="-10" dirty="0">
                <a:solidFill>
                  <a:srgbClr val="1A2D7A"/>
                </a:solidFill>
                <a:latin typeface="Verdana"/>
                <a:cs typeface="Verdana"/>
              </a:rPr>
              <a:t>billion </a:t>
            </a:r>
            <a:r>
              <a:rPr sz="1250" spc="-35" dirty="0">
                <a:solidFill>
                  <a:srgbClr val="1A2D7A"/>
                </a:solidFill>
                <a:latin typeface="Verdana"/>
                <a:cs typeface="Verdana"/>
              </a:rPr>
              <a:t>opportunity</a:t>
            </a:r>
            <a:r>
              <a:rPr sz="1250" spc="45" dirty="0">
                <a:solidFill>
                  <a:srgbClr val="1A2D7A"/>
                </a:solidFill>
                <a:latin typeface="Verdana"/>
                <a:cs typeface="Verdana"/>
              </a:rPr>
              <a:t> </a:t>
            </a:r>
            <a:r>
              <a:rPr sz="1250" b="0" dirty="0">
                <a:solidFill>
                  <a:srgbClr val="3B3434"/>
                </a:solidFill>
                <a:latin typeface="Verdana"/>
                <a:cs typeface="Verdana"/>
              </a:rPr>
              <a:t>with</a:t>
            </a:r>
            <a:r>
              <a:rPr sz="1250" b="0" spc="25" dirty="0">
                <a:solidFill>
                  <a:srgbClr val="3B3434"/>
                </a:solidFill>
                <a:latin typeface="Verdana"/>
                <a:cs typeface="Verdana"/>
              </a:rPr>
              <a:t> </a:t>
            </a:r>
            <a:r>
              <a:rPr sz="1250" b="0" dirty="0">
                <a:solidFill>
                  <a:srgbClr val="3B3434"/>
                </a:solidFill>
                <a:latin typeface="Verdana"/>
                <a:cs typeface="Verdana"/>
              </a:rPr>
              <a:t>rapid</a:t>
            </a:r>
            <a:r>
              <a:rPr sz="1250" b="0" spc="30" dirty="0">
                <a:solidFill>
                  <a:srgbClr val="3B3434"/>
                </a:solidFill>
                <a:latin typeface="Verdana"/>
                <a:cs typeface="Verdana"/>
              </a:rPr>
              <a:t> </a:t>
            </a:r>
            <a:r>
              <a:rPr sz="1250" b="0" dirty="0">
                <a:solidFill>
                  <a:srgbClr val="3B3434"/>
                </a:solidFill>
                <a:latin typeface="Verdana"/>
                <a:cs typeface="Verdana"/>
              </a:rPr>
              <a:t>growth</a:t>
            </a:r>
            <a:r>
              <a:rPr sz="1250" b="0" spc="30" dirty="0">
                <a:solidFill>
                  <a:srgbClr val="3B3434"/>
                </a:solidFill>
                <a:latin typeface="Verdana"/>
                <a:cs typeface="Verdana"/>
              </a:rPr>
              <a:t> </a:t>
            </a:r>
            <a:r>
              <a:rPr sz="1250" b="0" dirty="0">
                <a:solidFill>
                  <a:srgbClr val="3B3434"/>
                </a:solidFill>
                <a:latin typeface="Verdana"/>
                <a:cs typeface="Verdana"/>
              </a:rPr>
              <a:t>in</a:t>
            </a:r>
            <a:r>
              <a:rPr sz="1250" b="0" spc="30" dirty="0">
                <a:solidFill>
                  <a:srgbClr val="3B3434"/>
                </a:solidFill>
                <a:latin typeface="Verdana"/>
                <a:cs typeface="Verdana"/>
              </a:rPr>
              <a:t> </a:t>
            </a:r>
            <a:r>
              <a:rPr sz="1250" b="0" dirty="0">
                <a:solidFill>
                  <a:srgbClr val="3B3434"/>
                </a:solidFill>
                <a:latin typeface="Verdana"/>
                <a:cs typeface="Verdana"/>
              </a:rPr>
              <a:t>AI-powered</a:t>
            </a:r>
            <a:r>
              <a:rPr sz="1250" b="0" spc="30" dirty="0">
                <a:solidFill>
                  <a:srgbClr val="3B3434"/>
                </a:solidFill>
                <a:latin typeface="Verdana"/>
                <a:cs typeface="Verdana"/>
              </a:rPr>
              <a:t> </a:t>
            </a:r>
            <a:r>
              <a:rPr sz="1250" b="0" spc="-10" dirty="0">
                <a:solidFill>
                  <a:srgbClr val="3B3434"/>
                </a:solidFill>
                <a:latin typeface="Verdana"/>
                <a:cs typeface="Verdana"/>
              </a:rPr>
              <a:t>solutions.</a:t>
            </a:r>
            <a:endParaRPr sz="1250">
              <a:latin typeface="Verdana"/>
              <a:cs typeface="Verdana"/>
            </a:endParaRPr>
          </a:p>
          <a:p>
            <a:pPr marL="273050" marR="184150">
              <a:lnSpc>
                <a:spcPct val="165000"/>
              </a:lnSpc>
              <a:spcBef>
                <a:spcPts val="750"/>
              </a:spcBef>
            </a:pPr>
            <a:r>
              <a:rPr sz="1250" b="0" dirty="0">
                <a:solidFill>
                  <a:srgbClr val="3B3434"/>
                </a:solidFill>
                <a:latin typeface="Verdana"/>
                <a:cs typeface="Verdana"/>
              </a:rPr>
              <a:t>Consumer</a:t>
            </a:r>
            <a:r>
              <a:rPr sz="1250" b="0" spc="5" dirty="0">
                <a:solidFill>
                  <a:srgbClr val="3B3434"/>
                </a:solidFill>
                <a:latin typeface="Verdana"/>
                <a:cs typeface="Verdana"/>
              </a:rPr>
              <a:t> </a:t>
            </a:r>
            <a:r>
              <a:rPr sz="1250" b="0" dirty="0">
                <a:solidFill>
                  <a:srgbClr val="3B3434"/>
                </a:solidFill>
                <a:latin typeface="Verdana"/>
                <a:cs typeface="Verdana"/>
              </a:rPr>
              <a:t>legal</a:t>
            </a:r>
            <a:r>
              <a:rPr sz="1250" b="0" spc="5" dirty="0">
                <a:solidFill>
                  <a:srgbClr val="3B3434"/>
                </a:solidFill>
                <a:latin typeface="Verdana"/>
                <a:cs typeface="Verdana"/>
              </a:rPr>
              <a:t> </a:t>
            </a:r>
            <a:r>
              <a:rPr sz="1250" b="0" dirty="0">
                <a:solidFill>
                  <a:srgbClr val="3B3434"/>
                </a:solidFill>
                <a:latin typeface="Verdana"/>
                <a:cs typeface="Verdana"/>
              </a:rPr>
              <a:t>services</a:t>
            </a:r>
            <a:r>
              <a:rPr sz="1250" b="0" spc="10" dirty="0">
                <a:solidFill>
                  <a:srgbClr val="3B3434"/>
                </a:solidFill>
                <a:latin typeface="Verdana"/>
                <a:cs typeface="Verdana"/>
              </a:rPr>
              <a:t> </a:t>
            </a:r>
            <a:r>
              <a:rPr sz="1250" b="0" dirty="0">
                <a:solidFill>
                  <a:srgbClr val="3B3434"/>
                </a:solidFill>
                <a:latin typeface="Verdana"/>
                <a:cs typeface="Verdana"/>
              </a:rPr>
              <a:t>growing</a:t>
            </a:r>
            <a:r>
              <a:rPr sz="1250" b="0" spc="5" dirty="0">
                <a:solidFill>
                  <a:srgbClr val="3B3434"/>
                </a:solidFill>
                <a:latin typeface="Verdana"/>
                <a:cs typeface="Verdana"/>
              </a:rPr>
              <a:t> </a:t>
            </a:r>
            <a:r>
              <a:rPr sz="1250" b="0" dirty="0">
                <a:solidFill>
                  <a:srgbClr val="3B3434"/>
                </a:solidFill>
                <a:latin typeface="Verdana"/>
                <a:cs typeface="Verdana"/>
              </a:rPr>
              <a:t>at</a:t>
            </a:r>
            <a:r>
              <a:rPr sz="1250" b="0" spc="5" dirty="0">
                <a:solidFill>
                  <a:srgbClr val="3B3434"/>
                </a:solidFill>
                <a:latin typeface="Verdana"/>
                <a:cs typeface="Verdana"/>
              </a:rPr>
              <a:t> </a:t>
            </a:r>
            <a:r>
              <a:rPr sz="1250" b="0" spc="-200" dirty="0">
                <a:solidFill>
                  <a:srgbClr val="3B3434"/>
                </a:solidFill>
                <a:latin typeface="Verdana"/>
                <a:cs typeface="Verdana"/>
              </a:rPr>
              <a:t>15%</a:t>
            </a:r>
            <a:r>
              <a:rPr sz="1250" b="0" spc="10" dirty="0">
                <a:solidFill>
                  <a:srgbClr val="3B3434"/>
                </a:solidFill>
                <a:latin typeface="Verdana"/>
                <a:cs typeface="Verdana"/>
              </a:rPr>
              <a:t> </a:t>
            </a:r>
            <a:r>
              <a:rPr sz="1250" b="0" spc="-10" dirty="0">
                <a:solidFill>
                  <a:srgbClr val="3B3434"/>
                </a:solidFill>
                <a:latin typeface="Verdana"/>
                <a:cs typeface="Verdana"/>
              </a:rPr>
              <a:t>annually</a:t>
            </a:r>
            <a:r>
              <a:rPr sz="1250" b="0" spc="500" dirty="0">
                <a:solidFill>
                  <a:srgbClr val="3B3434"/>
                </a:solidFill>
                <a:latin typeface="Verdana"/>
                <a:cs typeface="Verdana"/>
              </a:rPr>
              <a:t> </a:t>
            </a:r>
            <a:r>
              <a:rPr sz="1250" b="0" spc="-20" dirty="0">
                <a:solidFill>
                  <a:srgbClr val="3B3434"/>
                </a:solidFill>
                <a:latin typeface="Verdana"/>
                <a:cs typeface="Verdana"/>
              </a:rPr>
              <a:t>AI</a:t>
            </a:r>
            <a:r>
              <a:rPr sz="1250" b="0" spc="-50" dirty="0">
                <a:solidFill>
                  <a:srgbClr val="3B3434"/>
                </a:solidFill>
                <a:latin typeface="Verdana"/>
                <a:cs typeface="Verdana"/>
              </a:rPr>
              <a:t> </a:t>
            </a:r>
            <a:r>
              <a:rPr sz="1250" b="0" spc="55" dirty="0">
                <a:solidFill>
                  <a:srgbClr val="3B3434"/>
                </a:solidFill>
                <a:latin typeface="Verdana"/>
                <a:cs typeface="Verdana"/>
              </a:rPr>
              <a:t>adoption</a:t>
            </a:r>
            <a:r>
              <a:rPr sz="1250" b="0" spc="-50" dirty="0">
                <a:solidFill>
                  <a:srgbClr val="3B3434"/>
                </a:solidFill>
                <a:latin typeface="Verdana"/>
                <a:cs typeface="Verdana"/>
              </a:rPr>
              <a:t> </a:t>
            </a:r>
            <a:r>
              <a:rPr sz="1250" b="0" dirty="0">
                <a:solidFill>
                  <a:srgbClr val="3B3434"/>
                </a:solidFill>
                <a:latin typeface="Verdana"/>
                <a:cs typeface="Verdana"/>
              </a:rPr>
              <a:t>in</a:t>
            </a:r>
            <a:r>
              <a:rPr sz="1250" b="0" spc="-45" dirty="0">
                <a:solidFill>
                  <a:srgbClr val="3B3434"/>
                </a:solidFill>
                <a:latin typeface="Verdana"/>
                <a:cs typeface="Verdana"/>
              </a:rPr>
              <a:t> </a:t>
            </a:r>
            <a:r>
              <a:rPr sz="1250" b="0" dirty="0">
                <a:solidFill>
                  <a:srgbClr val="3B3434"/>
                </a:solidFill>
                <a:latin typeface="Verdana"/>
                <a:cs typeface="Verdana"/>
              </a:rPr>
              <a:t>legal</a:t>
            </a:r>
            <a:r>
              <a:rPr sz="1250" b="0" spc="-50" dirty="0">
                <a:solidFill>
                  <a:srgbClr val="3B3434"/>
                </a:solidFill>
                <a:latin typeface="Verdana"/>
                <a:cs typeface="Verdana"/>
              </a:rPr>
              <a:t> </a:t>
            </a:r>
            <a:r>
              <a:rPr sz="1250" b="0" dirty="0">
                <a:solidFill>
                  <a:srgbClr val="3B3434"/>
                </a:solidFill>
                <a:latin typeface="Verdana"/>
                <a:cs typeface="Verdana"/>
              </a:rPr>
              <a:t>increasing</a:t>
            </a:r>
            <a:r>
              <a:rPr sz="1250" b="0" spc="-45" dirty="0">
                <a:solidFill>
                  <a:srgbClr val="3B3434"/>
                </a:solidFill>
                <a:latin typeface="Verdana"/>
                <a:cs typeface="Verdana"/>
              </a:rPr>
              <a:t> </a:t>
            </a:r>
            <a:r>
              <a:rPr sz="1250" b="0" spc="-55" dirty="0">
                <a:solidFill>
                  <a:srgbClr val="3B3434"/>
                </a:solidFill>
                <a:latin typeface="Verdana"/>
                <a:cs typeface="Verdana"/>
              </a:rPr>
              <a:t>40%</a:t>
            </a:r>
            <a:r>
              <a:rPr sz="1250" b="0" spc="-50" dirty="0">
                <a:solidFill>
                  <a:srgbClr val="3B3434"/>
                </a:solidFill>
                <a:latin typeface="Verdana"/>
                <a:cs typeface="Verdana"/>
              </a:rPr>
              <a:t> </a:t>
            </a:r>
            <a:r>
              <a:rPr sz="1250" b="0" spc="-10" dirty="0">
                <a:solidFill>
                  <a:srgbClr val="3B3434"/>
                </a:solidFill>
                <a:latin typeface="Verdana"/>
                <a:cs typeface="Verdana"/>
              </a:rPr>
              <a:t>year-</a:t>
            </a:r>
            <a:r>
              <a:rPr sz="1250" b="0" dirty="0">
                <a:solidFill>
                  <a:srgbClr val="3B3434"/>
                </a:solidFill>
                <a:latin typeface="Verdana"/>
                <a:cs typeface="Verdana"/>
              </a:rPr>
              <a:t>over-</a:t>
            </a:r>
            <a:r>
              <a:rPr sz="1250" b="0" spc="-20" dirty="0">
                <a:solidFill>
                  <a:srgbClr val="3B3434"/>
                </a:solidFill>
                <a:latin typeface="Verdana"/>
                <a:cs typeface="Verdana"/>
              </a:rPr>
              <a:t>year </a:t>
            </a:r>
            <a:r>
              <a:rPr sz="1250" b="0" dirty="0">
                <a:solidFill>
                  <a:srgbClr val="3B3434"/>
                </a:solidFill>
                <a:latin typeface="Verdana"/>
                <a:cs typeface="Verdana"/>
              </a:rPr>
              <a:t>Document</a:t>
            </a:r>
            <a:r>
              <a:rPr sz="1250" b="0" spc="90" dirty="0">
                <a:solidFill>
                  <a:srgbClr val="3B3434"/>
                </a:solidFill>
                <a:latin typeface="Verdana"/>
                <a:cs typeface="Verdana"/>
              </a:rPr>
              <a:t> </a:t>
            </a:r>
            <a:r>
              <a:rPr sz="1250" b="0" dirty="0">
                <a:solidFill>
                  <a:srgbClr val="3B3434"/>
                </a:solidFill>
                <a:latin typeface="Verdana"/>
                <a:cs typeface="Verdana"/>
              </a:rPr>
              <a:t>automation</a:t>
            </a:r>
            <a:r>
              <a:rPr sz="1250" b="0" spc="95" dirty="0">
                <a:solidFill>
                  <a:srgbClr val="3B3434"/>
                </a:solidFill>
                <a:latin typeface="Verdana"/>
                <a:cs typeface="Verdana"/>
              </a:rPr>
              <a:t> </a:t>
            </a:r>
            <a:r>
              <a:rPr sz="1250" b="0" spc="-10" dirty="0">
                <a:solidFill>
                  <a:srgbClr val="3B3434"/>
                </a:solidFill>
                <a:latin typeface="Verdana"/>
                <a:cs typeface="Verdana"/>
              </a:rPr>
              <a:t>market</a:t>
            </a:r>
            <a:r>
              <a:rPr sz="1250" b="0" spc="90" dirty="0">
                <a:solidFill>
                  <a:srgbClr val="3B3434"/>
                </a:solidFill>
                <a:latin typeface="Verdana"/>
                <a:cs typeface="Verdana"/>
              </a:rPr>
              <a:t> </a:t>
            </a:r>
            <a:r>
              <a:rPr sz="1250" b="0" dirty="0">
                <a:solidFill>
                  <a:srgbClr val="3B3434"/>
                </a:solidFill>
                <a:latin typeface="Verdana"/>
                <a:cs typeface="Verdana"/>
              </a:rPr>
              <a:t>expanding</a:t>
            </a:r>
            <a:r>
              <a:rPr sz="1250" b="0" spc="95" dirty="0">
                <a:solidFill>
                  <a:srgbClr val="3B3434"/>
                </a:solidFill>
                <a:latin typeface="Verdana"/>
                <a:cs typeface="Verdana"/>
              </a:rPr>
              <a:t> </a:t>
            </a:r>
            <a:r>
              <a:rPr sz="1250" b="0" spc="-10" dirty="0">
                <a:solidFill>
                  <a:srgbClr val="3B3434"/>
                </a:solidFill>
                <a:latin typeface="Verdana"/>
                <a:cs typeface="Verdana"/>
              </a:rPr>
              <a:t>rapidly</a:t>
            </a:r>
            <a:endParaRPr sz="1250">
              <a:latin typeface="Verdana"/>
              <a:cs typeface="Verdana"/>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138520"/>
            <a:ext cx="11430000" cy="6438900"/>
          </a:xfrm>
          <a:custGeom>
            <a:avLst/>
            <a:gdLst/>
            <a:ahLst/>
            <a:cxnLst/>
            <a:rect l="l" t="t" r="r" b="b"/>
            <a:pathLst>
              <a:path w="11430000" h="6438900">
                <a:moveTo>
                  <a:pt x="11430000" y="0"/>
                </a:moveTo>
                <a:lnTo>
                  <a:pt x="0" y="0"/>
                </a:lnTo>
                <a:lnTo>
                  <a:pt x="0" y="6438900"/>
                </a:lnTo>
                <a:lnTo>
                  <a:pt x="11430000" y="6438900"/>
                </a:lnTo>
                <a:lnTo>
                  <a:pt x="11430000" y="0"/>
                </a:lnTo>
                <a:close/>
              </a:path>
            </a:pathLst>
          </a:custGeom>
          <a:solidFill>
            <a:srgbClr val="1A2D7A"/>
          </a:solidFill>
        </p:spPr>
        <p:txBody>
          <a:bodyPr wrap="square" lIns="0" tIns="0" rIns="0" bIns="0" rtlCol="0"/>
          <a:lstStyle/>
          <a:p>
            <a:pPr marL="12700">
              <a:lnSpc>
                <a:spcPct val="100000"/>
              </a:lnSpc>
              <a:spcBef>
                <a:spcPts val="130"/>
              </a:spcBef>
            </a:pPr>
            <a:r>
              <a:rPr lang="en-US" sz="1800">
                <a:solidFill>
                  <a:srgbClr val="3B3434"/>
                </a:solidFill>
                <a:latin typeface="Verdana"/>
                <a:cs typeface="Verdana"/>
              </a:rPr>
              <a:t>Safe</a:t>
            </a:r>
            <a:r>
              <a:rPr lang="en-US" sz="1800" spc="50">
                <a:solidFill>
                  <a:srgbClr val="3B3434"/>
                </a:solidFill>
                <a:latin typeface="Verdana"/>
                <a:cs typeface="Verdana"/>
              </a:rPr>
              <a:t> </a:t>
            </a:r>
            <a:r>
              <a:rPr lang="en-US" sz="1800">
                <a:solidFill>
                  <a:srgbClr val="3B3434"/>
                </a:solidFill>
                <a:latin typeface="Verdana"/>
                <a:cs typeface="Verdana"/>
              </a:rPr>
              <a:t>and</a:t>
            </a:r>
            <a:r>
              <a:rPr lang="en-US" sz="1800" spc="45">
                <a:solidFill>
                  <a:srgbClr val="3B3434"/>
                </a:solidFill>
                <a:latin typeface="Verdana"/>
                <a:cs typeface="Verdana"/>
              </a:rPr>
              <a:t> </a:t>
            </a:r>
            <a:r>
              <a:rPr lang="en-US" sz="1800">
                <a:solidFill>
                  <a:srgbClr val="3B3434"/>
                </a:solidFill>
                <a:latin typeface="Verdana"/>
                <a:cs typeface="Verdana"/>
              </a:rPr>
              <a:t>private</a:t>
            </a:r>
            <a:r>
              <a:rPr lang="en-US" sz="1800" spc="50">
                <a:solidFill>
                  <a:srgbClr val="3B3434"/>
                </a:solidFill>
                <a:latin typeface="Verdana"/>
                <a:cs typeface="Verdana"/>
              </a:rPr>
              <a:t> </a:t>
            </a:r>
            <a:r>
              <a:rPr lang="en-US" sz="1800">
                <a:solidFill>
                  <a:srgbClr val="3B3434"/>
                </a:solidFill>
                <a:latin typeface="Verdana"/>
                <a:cs typeface="Verdana"/>
              </a:rPr>
              <a:t>access</a:t>
            </a:r>
            <a:r>
              <a:rPr lang="en-US" sz="1800" spc="50">
                <a:solidFill>
                  <a:srgbClr val="3B3434"/>
                </a:solidFill>
                <a:latin typeface="Verdana"/>
                <a:cs typeface="Verdana"/>
              </a:rPr>
              <a:t> </a:t>
            </a:r>
            <a:r>
              <a:rPr lang="en-US" sz="1800">
                <a:solidFill>
                  <a:srgbClr val="3B3434"/>
                </a:solidFill>
                <a:latin typeface="Verdana"/>
                <a:cs typeface="Verdana"/>
              </a:rPr>
              <a:t>using</a:t>
            </a:r>
            <a:r>
              <a:rPr lang="en-US" sz="1800" spc="50">
                <a:solidFill>
                  <a:srgbClr val="3B3434"/>
                </a:solidFill>
                <a:latin typeface="Verdana"/>
                <a:cs typeface="Verdana"/>
              </a:rPr>
              <a:t> </a:t>
            </a:r>
            <a:r>
              <a:rPr lang="en-US" sz="1800">
                <a:solidFill>
                  <a:srgbClr val="3B3434"/>
                </a:solidFill>
                <a:latin typeface="Verdana"/>
                <a:cs typeface="Verdana"/>
              </a:rPr>
              <a:t>enterprise-grade</a:t>
            </a:r>
            <a:r>
              <a:rPr lang="en-US" sz="1800" spc="50">
                <a:solidFill>
                  <a:srgbClr val="3B3434"/>
                </a:solidFill>
                <a:latin typeface="Verdana"/>
                <a:cs typeface="Verdana"/>
              </a:rPr>
              <a:t> </a:t>
            </a:r>
            <a:r>
              <a:rPr lang="en-US" sz="1800" spc="-10">
                <a:solidFill>
                  <a:srgbClr val="3B3434"/>
                </a:solidFill>
                <a:latin typeface="Verdana"/>
                <a:cs typeface="Verdana"/>
              </a:rPr>
              <a:t>security</a:t>
            </a:r>
            <a:endParaRPr lang="en-US" sz="1800" dirty="0">
              <a:latin typeface="Verdana"/>
              <a:cs typeface="Verdana"/>
            </a:endParaRPr>
          </a:p>
        </p:txBody>
      </p:sp>
      <p:pic>
        <p:nvPicPr>
          <p:cNvPr id="3" name="object 3"/>
          <p:cNvPicPr/>
          <p:nvPr/>
        </p:nvPicPr>
        <p:blipFill>
          <a:blip r:embed="rId2" cstate="print"/>
          <a:stretch>
            <a:fillRect/>
          </a:stretch>
        </p:blipFill>
        <p:spPr>
          <a:xfrm>
            <a:off x="0" y="253"/>
            <a:ext cx="11430000" cy="2038350"/>
          </a:xfrm>
          <a:prstGeom prst="rect">
            <a:avLst/>
          </a:prstGeom>
        </p:spPr>
      </p:pic>
      <p:sp>
        <p:nvSpPr>
          <p:cNvPr id="4" name="object 4"/>
          <p:cNvSpPr txBox="1">
            <a:spLocks noGrp="1"/>
          </p:cNvSpPr>
          <p:nvPr>
            <p:ph type="title"/>
          </p:nvPr>
        </p:nvSpPr>
        <p:spPr>
          <a:xfrm>
            <a:off x="3334349" y="2130141"/>
            <a:ext cx="4761230" cy="1054100"/>
          </a:xfrm>
          <a:prstGeom prst="rect">
            <a:avLst/>
          </a:prstGeom>
        </p:spPr>
        <p:txBody>
          <a:bodyPr vert="horz" wrap="square" lIns="0" tIns="12700" rIns="0" bIns="0" rtlCol="0">
            <a:spAutoFit/>
          </a:bodyPr>
          <a:lstStyle/>
          <a:p>
            <a:pPr marL="12700">
              <a:lnSpc>
                <a:spcPct val="100000"/>
              </a:lnSpc>
              <a:spcBef>
                <a:spcPts val="100"/>
              </a:spcBef>
            </a:pPr>
            <a:r>
              <a:rPr sz="6750" dirty="0">
                <a:solidFill>
                  <a:srgbClr val="FFFFFF"/>
                </a:solidFill>
              </a:rPr>
              <a:t>Thank</a:t>
            </a:r>
            <a:r>
              <a:rPr sz="6750" spc="-105" dirty="0">
                <a:solidFill>
                  <a:srgbClr val="FFFFFF"/>
                </a:solidFill>
              </a:rPr>
              <a:t> </a:t>
            </a:r>
            <a:r>
              <a:rPr sz="6750" spc="-195" dirty="0">
                <a:solidFill>
                  <a:srgbClr val="FFFFFF"/>
                </a:solidFill>
              </a:rPr>
              <a:t>You!</a:t>
            </a:r>
            <a:endParaRPr sz="6750" dirty="0"/>
          </a:p>
        </p:txBody>
      </p:sp>
      <p:sp>
        <p:nvSpPr>
          <p:cNvPr id="5" name="object 5"/>
          <p:cNvSpPr txBox="1"/>
          <p:nvPr/>
        </p:nvSpPr>
        <p:spPr>
          <a:xfrm>
            <a:off x="3334349" y="3247481"/>
            <a:ext cx="4958080" cy="220979"/>
          </a:xfrm>
          <a:prstGeom prst="rect">
            <a:avLst/>
          </a:prstGeom>
        </p:spPr>
        <p:txBody>
          <a:bodyPr vert="horz" wrap="square" lIns="0" tIns="16510" rIns="0" bIns="0" rtlCol="0">
            <a:spAutoFit/>
          </a:bodyPr>
          <a:lstStyle/>
          <a:p>
            <a:pPr marL="12700">
              <a:lnSpc>
                <a:spcPct val="100000"/>
              </a:lnSpc>
              <a:spcBef>
                <a:spcPts val="130"/>
              </a:spcBef>
            </a:pPr>
            <a:r>
              <a:rPr sz="1250" spc="-30" dirty="0">
                <a:solidFill>
                  <a:srgbClr val="FFFFFF"/>
                </a:solidFill>
                <a:latin typeface="Verdana"/>
                <a:cs typeface="Verdana"/>
              </a:rPr>
              <a:t>Nyaya.ai</a:t>
            </a:r>
            <a:r>
              <a:rPr sz="1250" spc="-15" dirty="0">
                <a:solidFill>
                  <a:srgbClr val="FFFFFF"/>
                </a:solidFill>
                <a:latin typeface="Verdana"/>
                <a:cs typeface="Verdana"/>
              </a:rPr>
              <a:t> </a:t>
            </a:r>
            <a:r>
              <a:rPr sz="1250" spc="-160" dirty="0">
                <a:solidFill>
                  <a:srgbClr val="FFFFFF"/>
                </a:solidFill>
                <a:latin typeface="Verdana"/>
                <a:cs typeface="Verdana"/>
              </a:rPr>
              <a:t>–</a:t>
            </a:r>
            <a:r>
              <a:rPr sz="1250" spc="-10" dirty="0">
                <a:solidFill>
                  <a:srgbClr val="FFFFFF"/>
                </a:solidFill>
                <a:latin typeface="Verdana"/>
                <a:cs typeface="Verdana"/>
              </a:rPr>
              <a:t> </a:t>
            </a:r>
            <a:r>
              <a:rPr sz="1250" dirty="0">
                <a:solidFill>
                  <a:srgbClr val="FFFFFF"/>
                </a:solidFill>
                <a:latin typeface="Verdana"/>
                <a:cs typeface="Verdana"/>
              </a:rPr>
              <a:t>Bringing</a:t>
            </a:r>
            <a:r>
              <a:rPr sz="1250" spc="-15" dirty="0">
                <a:solidFill>
                  <a:srgbClr val="FFFFFF"/>
                </a:solidFill>
                <a:latin typeface="Verdana"/>
                <a:cs typeface="Verdana"/>
              </a:rPr>
              <a:t> </a:t>
            </a:r>
            <a:r>
              <a:rPr sz="1250" dirty="0">
                <a:solidFill>
                  <a:srgbClr val="FFFFFF"/>
                </a:solidFill>
                <a:latin typeface="Verdana"/>
                <a:cs typeface="Verdana"/>
              </a:rPr>
              <a:t>clarity</a:t>
            </a:r>
            <a:r>
              <a:rPr sz="1250" spc="-10" dirty="0">
                <a:solidFill>
                  <a:srgbClr val="FFFFFF"/>
                </a:solidFill>
                <a:latin typeface="Verdana"/>
                <a:cs typeface="Verdana"/>
              </a:rPr>
              <a:t> </a:t>
            </a:r>
            <a:r>
              <a:rPr sz="1250" dirty="0">
                <a:solidFill>
                  <a:srgbClr val="FFFFFF"/>
                </a:solidFill>
                <a:latin typeface="Verdana"/>
                <a:cs typeface="Verdana"/>
              </a:rPr>
              <a:t>and</a:t>
            </a:r>
            <a:r>
              <a:rPr sz="1250" spc="-15" dirty="0">
                <a:solidFill>
                  <a:srgbClr val="FFFFFF"/>
                </a:solidFill>
                <a:latin typeface="Verdana"/>
                <a:cs typeface="Verdana"/>
              </a:rPr>
              <a:t> </a:t>
            </a:r>
            <a:r>
              <a:rPr sz="1250" dirty="0">
                <a:solidFill>
                  <a:srgbClr val="FFFFFF"/>
                </a:solidFill>
                <a:latin typeface="Verdana"/>
                <a:cs typeface="Verdana"/>
              </a:rPr>
              <a:t>accessibility</a:t>
            </a:r>
            <a:r>
              <a:rPr sz="1250" spc="-10" dirty="0">
                <a:solidFill>
                  <a:srgbClr val="FFFFFF"/>
                </a:solidFill>
                <a:latin typeface="Verdana"/>
                <a:cs typeface="Verdana"/>
              </a:rPr>
              <a:t> </a:t>
            </a:r>
            <a:r>
              <a:rPr sz="1250" spc="65" dirty="0">
                <a:solidFill>
                  <a:srgbClr val="FFFFFF"/>
                </a:solidFill>
                <a:latin typeface="Verdana"/>
                <a:cs typeface="Verdana"/>
              </a:rPr>
              <a:t>to</a:t>
            </a:r>
            <a:r>
              <a:rPr sz="1250" spc="-15" dirty="0">
                <a:solidFill>
                  <a:srgbClr val="FFFFFF"/>
                </a:solidFill>
                <a:latin typeface="Verdana"/>
                <a:cs typeface="Verdana"/>
              </a:rPr>
              <a:t> </a:t>
            </a:r>
            <a:r>
              <a:rPr sz="1250" dirty="0">
                <a:solidFill>
                  <a:srgbClr val="FFFFFF"/>
                </a:solidFill>
                <a:latin typeface="Verdana"/>
                <a:cs typeface="Verdana"/>
              </a:rPr>
              <a:t>the</a:t>
            </a:r>
            <a:r>
              <a:rPr sz="1250" spc="-10" dirty="0">
                <a:solidFill>
                  <a:srgbClr val="FFFFFF"/>
                </a:solidFill>
                <a:latin typeface="Verdana"/>
                <a:cs typeface="Verdana"/>
              </a:rPr>
              <a:t> </a:t>
            </a:r>
            <a:r>
              <a:rPr sz="1250" dirty="0">
                <a:solidFill>
                  <a:srgbClr val="FFFFFF"/>
                </a:solidFill>
                <a:latin typeface="Verdana"/>
                <a:cs typeface="Verdana"/>
              </a:rPr>
              <a:t>legal</a:t>
            </a:r>
            <a:r>
              <a:rPr sz="1250" spc="-15" dirty="0">
                <a:solidFill>
                  <a:srgbClr val="FFFFFF"/>
                </a:solidFill>
                <a:latin typeface="Verdana"/>
                <a:cs typeface="Verdana"/>
              </a:rPr>
              <a:t> </a:t>
            </a:r>
            <a:r>
              <a:rPr sz="1250" spc="-10" dirty="0">
                <a:solidFill>
                  <a:srgbClr val="FFFFFF"/>
                </a:solidFill>
                <a:latin typeface="Verdana"/>
                <a:cs typeface="Verdana"/>
              </a:rPr>
              <a:t>world</a:t>
            </a:r>
            <a:endParaRPr sz="1250" dirty="0">
              <a:latin typeface="Verdana"/>
              <a:cs typeface="Verdana"/>
            </a:endParaRPr>
          </a:p>
        </p:txBody>
      </p:sp>
      <p:sp>
        <p:nvSpPr>
          <p:cNvPr id="6" name="object 6"/>
          <p:cNvSpPr txBox="1"/>
          <p:nvPr/>
        </p:nvSpPr>
        <p:spPr>
          <a:xfrm>
            <a:off x="609600" y="3976184"/>
            <a:ext cx="3580129" cy="1838324"/>
          </a:xfrm>
          <a:prstGeom prst="rect">
            <a:avLst/>
          </a:prstGeom>
        </p:spPr>
        <p:txBody>
          <a:bodyPr vert="horz" wrap="square" lIns="0" tIns="17145" rIns="0" bIns="0" rtlCol="0">
            <a:spAutoFit/>
          </a:bodyPr>
          <a:lstStyle/>
          <a:p>
            <a:pPr marL="12700">
              <a:lnSpc>
                <a:spcPct val="100000"/>
              </a:lnSpc>
              <a:spcBef>
                <a:spcPts val="1645"/>
              </a:spcBef>
            </a:pPr>
            <a:r>
              <a:rPr lang="en-US" sz="1500" b="1" dirty="0">
                <a:solidFill>
                  <a:schemeClr val="bg1">
                    <a:lumMod val="95000"/>
                  </a:schemeClr>
                </a:solidFill>
                <a:latin typeface="Tahoma" panose="020B0604030504040204" pitchFamily="34" charset="0"/>
                <a:ea typeface="Tahoma" panose="020B0604030504040204" pitchFamily="34" charset="0"/>
                <a:cs typeface="Tahoma" panose="020B0604030504040204" pitchFamily="34" charset="0"/>
              </a:rPr>
              <a:t>TEAM MEMBERS </a:t>
            </a:r>
          </a:p>
          <a:p>
            <a:pPr marL="298450" indent="-285750">
              <a:lnSpc>
                <a:spcPct val="100000"/>
              </a:lnSpc>
              <a:spcBef>
                <a:spcPts val="1645"/>
              </a:spcBef>
              <a:buFont typeface="Arial" panose="020B0604020202020204" pitchFamily="34" charset="0"/>
              <a:buChar char="•"/>
            </a:pPr>
            <a:r>
              <a:rPr lang="en-US" sz="1250" b="1" dirty="0">
                <a:solidFill>
                  <a:schemeClr val="bg1">
                    <a:lumMod val="95000"/>
                  </a:schemeClr>
                </a:solidFill>
                <a:latin typeface="Verdana"/>
                <a:cs typeface="Verdana"/>
              </a:rPr>
              <a:t>Sameer Singh Rawat </a:t>
            </a:r>
          </a:p>
          <a:p>
            <a:pPr marL="298450" indent="-285750">
              <a:lnSpc>
                <a:spcPct val="100000"/>
              </a:lnSpc>
              <a:spcBef>
                <a:spcPts val="1645"/>
              </a:spcBef>
              <a:buFont typeface="Arial" panose="020B0604020202020204" pitchFamily="34" charset="0"/>
              <a:buChar char="•"/>
            </a:pPr>
            <a:r>
              <a:rPr lang="en-US" sz="1250" b="1" dirty="0">
                <a:solidFill>
                  <a:schemeClr val="bg1">
                    <a:lumMod val="95000"/>
                  </a:schemeClr>
                </a:solidFill>
                <a:latin typeface="Verdana"/>
                <a:cs typeface="Verdana"/>
              </a:rPr>
              <a:t>Shubham Verma</a:t>
            </a:r>
          </a:p>
          <a:p>
            <a:pPr marL="298450" indent="-285750">
              <a:lnSpc>
                <a:spcPct val="100000"/>
              </a:lnSpc>
              <a:spcBef>
                <a:spcPts val="1645"/>
              </a:spcBef>
              <a:buFont typeface="Arial" panose="020B0604020202020204" pitchFamily="34" charset="0"/>
              <a:buChar char="•"/>
            </a:pPr>
            <a:r>
              <a:rPr lang="en-US" sz="1250" b="1" dirty="0">
                <a:solidFill>
                  <a:schemeClr val="bg1">
                    <a:lumMod val="95000"/>
                  </a:schemeClr>
                </a:solidFill>
                <a:latin typeface="Verdana"/>
                <a:cs typeface="Verdana"/>
              </a:rPr>
              <a:t>Pooja Chauhan</a:t>
            </a:r>
          </a:p>
          <a:p>
            <a:pPr marL="298450" indent="-285750">
              <a:lnSpc>
                <a:spcPct val="100000"/>
              </a:lnSpc>
              <a:spcBef>
                <a:spcPts val="1645"/>
              </a:spcBef>
              <a:buFont typeface="Arial" panose="020B0604020202020204" pitchFamily="34" charset="0"/>
              <a:buChar char="•"/>
            </a:pPr>
            <a:r>
              <a:rPr lang="en-US" sz="1250" b="1" dirty="0">
                <a:solidFill>
                  <a:schemeClr val="bg1">
                    <a:lumMod val="95000"/>
                  </a:schemeClr>
                </a:solidFill>
                <a:latin typeface="Verdana"/>
                <a:cs typeface="Verdana"/>
              </a:rPr>
              <a:t>Devanshu Sharma</a:t>
            </a:r>
            <a:endParaRPr sz="1250" b="1" dirty="0">
              <a:solidFill>
                <a:schemeClr val="bg1">
                  <a:lumMod val="95000"/>
                </a:schemeClr>
              </a:solidFill>
              <a:latin typeface="Verdana"/>
              <a:cs typeface="Verdana"/>
            </a:endParaRPr>
          </a:p>
        </p:txBody>
      </p:sp>
      <p:sp>
        <p:nvSpPr>
          <p:cNvPr id="10" name="object 6">
            <a:extLst>
              <a:ext uri="{FF2B5EF4-FFF2-40B4-BE49-F238E27FC236}">
                <a16:creationId xmlns:a16="http://schemas.microsoft.com/office/drawing/2014/main" id="{47DA1CA7-1B99-0C92-C43C-652E11354D49}"/>
              </a:ext>
            </a:extLst>
          </p:cNvPr>
          <p:cNvSpPr txBox="1"/>
          <p:nvPr/>
        </p:nvSpPr>
        <p:spPr>
          <a:xfrm>
            <a:off x="7233519" y="3976184"/>
            <a:ext cx="3580129" cy="645690"/>
          </a:xfrm>
          <a:prstGeom prst="rect">
            <a:avLst/>
          </a:prstGeom>
        </p:spPr>
        <p:txBody>
          <a:bodyPr vert="horz" wrap="square" lIns="0" tIns="17145" rIns="0" bIns="0" rtlCol="0">
            <a:spAutoFit/>
          </a:bodyPr>
          <a:lstStyle/>
          <a:p>
            <a:pPr marL="12700">
              <a:lnSpc>
                <a:spcPct val="100000"/>
              </a:lnSpc>
              <a:spcBef>
                <a:spcPts val="1645"/>
              </a:spcBef>
            </a:pPr>
            <a:r>
              <a:rPr lang="en-US" sz="1500" b="1" dirty="0">
                <a:solidFill>
                  <a:schemeClr val="bg1">
                    <a:lumMod val="95000"/>
                  </a:schemeClr>
                </a:solidFill>
                <a:latin typeface="Tahoma" panose="020B0604030504040204" pitchFamily="34" charset="0"/>
                <a:ea typeface="Tahoma" panose="020B0604030504040204" pitchFamily="34" charset="0"/>
                <a:cs typeface="Tahoma" panose="020B0604030504040204" pitchFamily="34" charset="0"/>
              </a:rPr>
              <a:t>TEAM MENTOR </a:t>
            </a:r>
          </a:p>
          <a:p>
            <a:pPr marL="298450" indent="-285750">
              <a:lnSpc>
                <a:spcPct val="100000"/>
              </a:lnSpc>
              <a:spcBef>
                <a:spcPts val="1645"/>
              </a:spcBef>
              <a:buFont typeface="Arial" panose="020B0604020202020204" pitchFamily="34" charset="0"/>
              <a:buChar char="•"/>
            </a:pPr>
            <a:r>
              <a:rPr lang="en-US" sz="1250" b="1" dirty="0">
                <a:solidFill>
                  <a:schemeClr val="bg1">
                    <a:lumMod val="95000"/>
                  </a:schemeClr>
                </a:solidFill>
                <a:latin typeface="Verdana"/>
                <a:cs typeface="Verdana"/>
              </a:rPr>
              <a:t>Priya Singh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FFFF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58</TotalTime>
  <Words>681</Words>
  <Application>Microsoft Office PowerPoint</Application>
  <PresentationFormat>Custom</PresentationFormat>
  <Paragraphs>106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Tahoma</vt:lpstr>
      <vt:lpstr>Verdana</vt:lpstr>
      <vt:lpstr>Office Theme</vt:lpstr>
      <vt:lpstr>Nyaya.ai Legal AI Assistant</vt:lpstr>
      <vt:lpstr>Understanding the Problem</vt:lpstr>
      <vt:lpstr>Challenges in the Legal Ecosystem</vt:lpstr>
      <vt:lpstr>Problem Solution</vt:lpstr>
      <vt:lpstr>A Smarter Way to Access Legal Help</vt:lpstr>
      <vt:lpstr>Powerful Features of Nyaya.ai</vt:lpstr>
      <vt:lpstr>Modern &amp; Scalable Tech Stack</vt:lpstr>
      <vt:lpstr>How Nyaya.ai Works</vt:lpstr>
      <vt:lpstr>Work Flow</vt:lpstr>
      <vt:lpstr>Making Legal Services Accessible for Everyone</vt:lpstr>
      <vt:lpstr>What's Next for Nyaya.ai</vt:lpstr>
      <vt:lpstr>Market Opportunity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dc:title>
  <dc:creator>Sameer</dc:creator>
  <cp:lastModifiedBy>Sameer SR</cp:lastModifiedBy>
  <cp:revision>1</cp:revision>
  <dcterms:created xsi:type="dcterms:W3CDTF">2025-09-12T08:59:44Z</dcterms:created>
  <dcterms:modified xsi:type="dcterms:W3CDTF">2025-09-12T09:58:44Z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2025-09-11T00:00:00Z</vt:filetime>
  </property>
  <property fmtid="{D5CDD505-2E9C-101B-9397-08002B2CF9AE}" pid="3" name="Creator">
    <vt:lpwstr>pdf-lib (https://github.com/Hopding/pdf-lib)</vt:lpwstr>
  </property>
  <property fmtid="{D5CDD505-2E9C-101B-9397-08002B2CF9AE}" pid="4" name="LastSaved">
    <vt:filetime>2025-09-12T00:00:00Z</vt:filetime>
  </property>
  <property fmtid="{D5CDD505-2E9C-101B-9397-08002B2CF9AE}" pid="5" name="Producer">
    <vt:lpwstr>GPL Ghostscript 9.56.1</vt:lpwstr>
  </property>
</Properties>
</file>